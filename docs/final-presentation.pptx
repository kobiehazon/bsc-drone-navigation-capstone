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tiff" ContentType="image/tiff"/>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6.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autoCompressPictures="0">
  <p:sldMasterIdLst>
    <p:sldMasterId id="2147483648" r:id="rId1"/>
  </p:sldMasterIdLst>
  <p:notesMasterIdLst>
    <p:notesMasterId r:id="rId40"/>
  </p:notesMasterIdLst>
  <p:sldIdLst>
    <p:sldId id="257" r:id="rId2"/>
    <p:sldId id="258" r:id="rId3"/>
    <p:sldId id="259" r:id="rId4"/>
    <p:sldId id="261" r:id="rId5"/>
    <p:sldId id="256" r:id="rId6"/>
    <p:sldId id="263" r:id="rId7"/>
    <p:sldId id="262" r:id="rId8"/>
    <p:sldId id="266" r:id="rId9"/>
    <p:sldId id="268" r:id="rId10"/>
    <p:sldId id="267" r:id="rId11"/>
    <p:sldId id="269" r:id="rId12"/>
    <p:sldId id="270" r:id="rId13"/>
    <p:sldId id="272" r:id="rId14"/>
    <p:sldId id="273" r:id="rId15"/>
    <p:sldId id="279" r:id="rId16"/>
    <p:sldId id="277" r:id="rId17"/>
    <p:sldId id="280" r:id="rId18"/>
    <p:sldId id="274" r:id="rId19"/>
    <p:sldId id="276" r:id="rId20"/>
    <p:sldId id="281" r:id="rId21"/>
    <p:sldId id="282" r:id="rId22"/>
    <p:sldId id="284" r:id="rId23"/>
    <p:sldId id="285" r:id="rId24"/>
    <p:sldId id="286" r:id="rId25"/>
    <p:sldId id="287" r:id="rId26"/>
    <p:sldId id="288" r:id="rId27"/>
    <p:sldId id="289" r:id="rId28"/>
    <p:sldId id="290" r:id="rId29"/>
    <p:sldId id="295" r:id="rId30"/>
    <p:sldId id="300" r:id="rId31"/>
    <p:sldId id="301" r:id="rId32"/>
    <p:sldId id="291" r:id="rId33"/>
    <p:sldId id="292" r:id="rId34"/>
    <p:sldId id="293" r:id="rId35"/>
    <p:sldId id="297" r:id="rId36"/>
    <p:sldId id="298" r:id="rId37"/>
    <p:sldId id="299" r:id="rId38"/>
    <p:sldId id="296" r:id="rId39"/>
  </p:sldIdLst>
  <p:sldSz cx="12192000" cy="6858000"/>
  <p:notesSz cx="6858000" cy="9144000"/>
  <p:defaultText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787"/>
    <p:restoredTop sz="94694"/>
  </p:normalViewPr>
  <p:slideViewPr>
    <p:cSldViewPr snapToGrid="0" snapToObjects="1">
      <p:cViewPr varScale="1">
        <p:scale>
          <a:sx n="121" d="100"/>
          <a:sy n="121" d="100"/>
        </p:scale>
        <p:origin x="984"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diagrams/_rels/data4.xml.rels><?xml version="1.0" encoding="UTF-8" standalone="yes"?>
<Relationships xmlns="http://schemas.openxmlformats.org/package/2006/relationships"><Relationship Id="rId8" Type="http://schemas.openxmlformats.org/officeDocument/2006/relationships/image" Target="../media/image51.svg"/><Relationship Id="rId3" Type="http://schemas.openxmlformats.org/officeDocument/2006/relationships/image" Target="../media/image46.png"/><Relationship Id="rId7" Type="http://schemas.openxmlformats.org/officeDocument/2006/relationships/image" Target="../media/image50.png"/><Relationship Id="rId2" Type="http://schemas.openxmlformats.org/officeDocument/2006/relationships/image" Target="../media/image45.svg"/><Relationship Id="rId1" Type="http://schemas.openxmlformats.org/officeDocument/2006/relationships/image" Target="../media/image44.png"/><Relationship Id="rId6" Type="http://schemas.openxmlformats.org/officeDocument/2006/relationships/image" Target="../media/image49.svg"/><Relationship Id="rId5" Type="http://schemas.openxmlformats.org/officeDocument/2006/relationships/image" Target="../media/image48.png"/><Relationship Id="rId4" Type="http://schemas.openxmlformats.org/officeDocument/2006/relationships/image" Target="../media/image47.svg"/></Relationships>
</file>

<file path=ppt/diagrams/_rels/drawing4.xml.rels><?xml version="1.0" encoding="UTF-8" standalone="yes"?>
<Relationships xmlns="http://schemas.openxmlformats.org/package/2006/relationships"><Relationship Id="rId8" Type="http://schemas.openxmlformats.org/officeDocument/2006/relationships/image" Target="../media/image51.svg"/><Relationship Id="rId3" Type="http://schemas.openxmlformats.org/officeDocument/2006/relationships/image" Target="../media/image46.png"/><Relationship Id="rId7" Type="http://schemas.openxmlformats.org/officeDocument/2006/relationships/image" Target="../media/image50.png"/><Relationship Id="rId2" Type="http://schemas.openxmlformats.org/officeDocument/2006/relationships/image" Target="../media/image45.svg"/><Relationship Id="rId1" Type="http://schemas.openxmlformats.org/officeDocument/2006/relationships/image" Target="../media/image44.png"/><Relationship Id="rId6" Type="http://schemas.openxmlformats.org/officeDocument/2006/relationships/image" Target="../media/image49.svg"/><Relationship Id="rId5" Type="http://schemas.openxmlformats.org/officeDocument/2006/relationships/image" Target="../media/image48.png"/><Relationship Id="rId4" Type="http://schemas.openxmlformats.org/officeDocument/2006/relationships/image" Target="../media/image47.svg"/></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data1.xml><?xml version="1.0" encoding="utf-8"?>
<dgm:dataModel xmlns:dgm="http://schemas.openxmlformats.org/drawingml/2006/diagram" xmlns:a="http://schemas.openxmlformats.org/drawingml/2006/main">
  <dgm:ptLst>
    <dgm:pt modelId="{E4E0BA78-31C9-4892-8C01-F67DB5A04E61}" type="doc">
      <dgm:prSet loTypeId="urn:microsoft.com/office/officeart/2005/8/layout/vList2" loCatId="list" qsTypeId="urn:microsoft.com/office/officeart/2005/8/quickstyle/simple1" qsCatId="simple" csTypeId="urn:microsoft.com/office/officeart/2005/8/colors/colorful5" csCatId="colorful"/>
      <dgm:spPr/>
      <dgm:t>
        <a:bodyPr/>
        <a:lstStyle/>
        <a:p>
          <a:endParaRPr lang="en-US"/>
        </a:p>
      </dgm:t>
    </dgm:pt>
    <dgm:pt modelId="{01646704-F285-4702-96F5-ED8F54D8A65C}">
      <dgm:prSet/>
      <dgm:spPr/>
      <dgm:t>
        <a:bodyPr/>
        <a:lstStyle/>
        <a:p>
          <a:r>
            <a:rPr lang="he-IL"/>
            <a:t>סביבת עבודה מבוזרת המתאימה למספר מתכנתים</a:t>
          </a:r>
          <a:endParaRPr lang="en-US"/>
        </a:p>
      </dgm:t>
    </dgm:pt>
    <dgm:pt modelId="{08602D65-9427-4EEF-B041-133E234ED607}" type="parTrans" cxnId="{0C13C8B5-2F6C-48ED-90A8-8D00F35F30CB}">
      <dgm:prSet/>
      <dgm:spPr/>
      <dgm:t>
        <a:bodyPr/>
        <a:lstStyle/>
        <a:p>
          <a:endParaRPr lang="en-US"/>
        </a:p>
      </dgm:t>
    </dgm:pt>
    <dgm:pt modelId="{4E1381FE-BC51-4314-AFA2-0E4AF57BC22E}" type="sibTrans" cxnId="{0C13C8B5-2F6C-48ED-90A8-8D00F35F30CB}">
      <dgm:prSet/>
      <dgm:spPr/>
      <dgm:t>
        <a:bodyPr/>
        <a:lstStyle/>
        <a:p>
          <a:endParaRPr lang="en-US"/>
        </a:p>
      </dgm:t>
    </dgm:pt>
    <dgm:pt modelId="{3A7A7237-80A6-4099-8B75-2E95E68EBE1D}">
      <dgm:prSet/>
      <dgm:spPr/>
      <dgm:t>
        <a:bodyPr/>
        <a:lstStyle/>
        <a:p>
          <a:r>
            <a:rPr lang="he-IL"/>
            <a:t>סביבת עבודה אחידה לכל רובוט הנתמך</a:t>
          </a:r>
          <a:endParaRPr lang="en-US"/>
        </a:p>
      </dgm:t>
    </dgm:pt>
    <dgm:pt modelId="{D2C739AF-FBC4-4245-8669-A6ACD8405245}" type="parTrans" cxnId="{5F362EF0-9FC2-4D9C-B270-9075F71EFC7A}">
      <dgm:prSet/>
      <dgm:spPr/>
      <dgm:t>
        <a:bodyPr/>
        <a:lstStyle/>
        <a:p>
          <a:endParaRPr lang="en-US"/>
        </a:p>
      </dgm:t>
    </dgm:pt>
    <dgm:pt modelId="{784BA0E9-B94A-4090-8553-F03E31141598}" type="sibTrans" cxnId="{5F362EF0-9FC2-4D9C-B270-9075F71EFC7A}">
      <dgm:prSet/>
      <dgm:spPr/>
      <dgm:t>
        <a:bodyPr/>
        <a:lstStyle/>
        <a:p>
          <a:endParaRPr lang="en-US"/>
        </a:p>
      </dgm:t>
    </dgm:pt>
    <dgm:pt modelId="{4AB3EDC6-B422-4B15-AB38-C6BA509F4080}">
      <dgm:prSet/>
      <dgm:spPr/>
      <dgm:t>
        <a:bodyPr/>
        <a:lstStyle/>
        <a:p>
          <a:r>
            <a:rPr lang="he-IL"/>
            <a:t>תמיכה רחבה בהרחבות </a:t>
          </a:r>
          <a:endParaRPr lang="en-US"/>
        </a:p>
      </dgm:t>
    </dgm:pt>
    <dgm:pt modelId="{175A5226-69AA-4B4B-9C05-F8B7991BFCEB}" type="parTrans" cxnId="{30A37C1B-724A-4E1C-9E27-B930FE4C7276}">
      <dgm:prSet/>
      <dgm:spPr/>
      <dgm:t>
        <a:bodyPr/>
        <a:lstStyle/>
        <a:p>
          <a:endParaRPr lang="en-US"/>
        </a:p>
      </dgm:t>
    </dgm:pt>
    <dgm:pt modelId="{280B7B4B-CF8A-4590-9270-322CA5A7FE8C}" type="sibTrans" cxnId="{30A37C1B-724A-4E1C-9E27-B930FE4C7276}">
      <dgm:prSet/>
      <dgm:spPr/>
      <dgm:t>
        <a:bodyPr/>
        <a:lstStyle/>
        <a:p>
          <a:endParaRPr lang="en-US"/>
        </a:p>
      </dgm:t>
    </dgm:pt>
    <dgm:pt modelId="{F81CCCC2-4E32-490D-8AD2-DF6AB61C4175}">
      <dgm:prSet/>
      <dgm:spPr/>
      <dgm:t>
        <a:bodyPr/>
        <a:lstStyle/>
        <a:p>
          <a:r>
            <a:rPr lang="he-IL"/>
            <a:t>מאפשר לחלק את התוכנית ליחידות קטנות</a:t>
          </a:r>
          <a:endParaRPr lang="en-US"/>
        </a:p>
      </dgm:t>
    </dgm:pt>
    <dgm:pt modelId="{09D3D59A-3E42-42C7-BABD-D416EF8A5AF2}" type="parTrans" cxnId="{AD89160F-A1C0-424A-AB89-19CB3238D93B}">
      <dgm:prSet/>
      <dgm:spPr/>
      <dgm:t>
        <a:bodyPr/>
        <a:lstStyle/>
        <a:p>
          <a:endParaRPr lang="en-US"/>
        </a:p>
      </dgm:t>
    </dgm:pt>
    <dgm:pt modelId="{6840D790-AC3A-42F6-AAD2-56761E05F11C}" type="sibTrans" cxnId="{AD89160F-A1C0-424A-AB89-19CB3238D93B}">
      <dgm:prSet/>
      <dgm:spPr/>
      <dgm:t>
        <a:bodyPr/>
        <a:lstStyle/>
        <a:p>
          <a:endParaRPr lang="en-US"/>
        </a:p>
      </dgm:t>
    </dgm:pt>
    <dgm:pt modelId="{129F5AAE-FD12-417C-A1DF-180FDE2797D0}">
      <dgm:prSet/>
      <dgm:spPr/>
      <dgm:t>
        <a:bodyPr/>
        <a:lstStyle/>
        <a:p>
          <a:r>
            <a:rPr lang="he-IL"/>
            <a:t>יחידות אלה יכולות להיכתב בשפות תכנות שונות </a:t>
          </a:r>
          <a:endParaRPr lang="en-US"/>
        </a:p>
      </dgm:t>
    </dgm:pt>
    <dgm:pt modelId="{F6FF43C6-FB3F-4D87-B59C-2C2AAE67515A}" type="parTrans" cxnId="{9480F82E-0B75-42CC-B9E2-434FAB559995}">
      <dgm:prSet/>
      <dgm:spPr/>
      <dgm:t>
        <a:bodyPr/>
        <a:lstStyle/>
        <a:p>
          <a:endParaRPr lang="en-US"/>
        </a:p>
      </dgm:t>
    </dgm:pt>
    <dgm:pt modelId="{9BB96583-B3AF-4D6F-B68B-B619ACA52510}" type="sibTrans" cxnId="{9480F82E-0B75-42CC-B9E2-434FAB559995}">
      <dgm:prSet/>
      <dgm:spPr/>
      <dgm:t>
        <a:bodyPr/>
        <a:lstStyle/>
        <a:p>
          <a:endParaRPr lang="en-US"/>
        </a:p>
      </dgm:t>
    </dgm:pt>
    <dgm:pt modelId="{48BBEA76-D4FF-9D45-8E40-F8AB1F56D4AC}" type="pres">
      <dgm:prSet presAssocID="{E4E0BA78-31C9-4892-8C01-F67DB5A04E61}" presName="linear" presStyleCnt="0">
        <dgm:presLayoutVars>
          <dgm:animLvl val="lvl"/>
          <dgm:resizeHandles val="exact"/>
        </dgm:presLayoutVars>
      </dgm:prSet>
      <dgm:spPr/>
    </dgm:pt>
    <dgm:pt modelId="{4C069A79-CEE0-7948-AAA9-0B771D92A6D6}" type="pres">
      <dgm:prSet presAssocID="{01646704-F285-4702-96F5-ED8F54D8A65C}" presName="parentText" presStyleLbl="node1" presStyleIdx="0" presStyleCnt="5">
        <dgm:presLayoutVars>
          <dgm:chMax val="0"/>
          <dgm:bulletEnabled val="1"/>
        </dgm:presLayoutVars>
      </dgm:prSet>
      <dgm:spPr/>
    </dgm:pt>
    <dgm:pt modelId="{700A97C6-DB98-494F-AE73-F7808CDA61AA}" type="pres">
      <dgm:prSet presAssocID="{4E1381FE-BC51-4314-AFA2-0E4AF57BC22E}" presName="spacer" presStyleCnt="0"/>
      <dgm:spPr/>
    </dgm:pt>
    <dgm:pt modelId="{77317492-D89F-1C4D-A87A-2C1CB3BBBDDC}" type="pres">
      <dgm:prSet presAssocID="{3A7A7237-80A6-4099-8B75-2E95E68EBE1D}" presName="parentText" presStyleLbl="node1" presStyleIdx="1" presStyleCnt="5">
        <dgm:presLayoutVars>
          <dgm:chMax val="0"/>
          <dgm:bulletEnabled val="1"/>
        </dgm:presLayoutVars>
      </dgm:prSet>
      <dgm:spPr/>
    </dgm:pt>
    <dgm:pt modelId="{FC89BE8E-A47E-094F-886D-18DF161CD49E}" type="pres">
      <dgm:prSet presAssocID="{784BA0E9-B94A-4090-8553-F03E31141598}" presName="spacer" presStyleCnt="0"/>
      <dgm:spPr/>
    </dgm:pt>
    <dgm:pt modelId="{7E3A8651-FE2C-844C-9AD2-B62311A58669}" type="pres">
      <dgm:prSet presAssocID="{4AB3EDC6-B422-4B15-AB38-C6BA509F4080}" presName="parentText" presStyleLbl="node1" presStyleIdx="2" presStyleCnt="5">
        <dgm:presLayoutVars>
          <dgm:chMax val="0"/>
          <dgm:bulletEnabled val="1"/>
        </dgm:presLayoutVars>
      </dgm:prSet>
      <dgm:spPr/>
    </dgm:pt>
    <dgm:pt modelId="{CBAE032D-15A6-4E49-BD85-9E546403D384}" type="pres">
      <dgm:prSet presAssocID="{280B7B4B-CF8A-4590-9270-322CA5A7FE8C}" presName="spacer" presStyleCnt="0"/>
      <dgm:spPr/>
    </dgm:pt>
    <dgm:pt modelId="{0C75BC50-A646-F94F-B3C1-D4D08F813929}" type="pres">
      <dgm:prSet presAssocID="{F81CCCC2-4E32-490D-8AD2-DF6AB61C4175}" presName="parentText" presStyleLbl="node1" presStyleIdx="3" presStyleCnt="5">
        <dgm:presLayoutVars>
          <dgm:chMax val="0"/>
          <dgm:bulletEnabled val="1"/>
        </dgm:presLayoutVars>
      </dgm:prSet>
      <dgm:spPr/>
    </dgm:pt>
    <dgm:pt modelId="{3806554D-DB02-EF4E-8ACA-DFCD0ED114A3}" type="pres">
      <dgm:prSet presAssocID="{6840D790-AC3A-42F6-AAD2-56761E05F11C}" presName="spacer" presStyleCnt="0"/>
      <dgm:spPr/>
    </dgm:pt>
    <dgm:pt modelId="{82522F01-AB01-EC45-AC43-601692C6D149}" type="pres">
      <dgm:prSet presAssocID="{129F5AAE-FD12-417C-A1DF-180FDE2797D0}" presName="parentText" presStyleLbl="node1" presStyleIdx="4" presStyleCnt="5">
        <dgm:presLayoutVars>
          <dgm:chMax val="0"/>
          <dgm:bulletEnabled val="1"/>
        </dgm:presLayoutVars>
      </dgm:prSet>
      <dgm:spPr/>
    </dgm:pt>
  </dgm:ptLst>
  <dgm:cxnLst>
    <dgm:cxn modelId="{AD89160F-A1C0-424A-AB89-19CB3238D93B}" srcId="{E4E0BA78-31C9-4892-8C01-F67DB5A04E61}" destId="{F81CCCC2-4E32-490D-8AD2-DF6AB61C4175}" srcOrd="3" destOrd="0" parTransId="{09D3D59A-3E42-42C7-BABD-D416EF8A5AF2}" sibTransId="{6840D790-AC3A-42F6-AAD2-56761E05F11C}"/>
    <dgm:cxn modelId="{30A37C1B-724A-4E1C-9E27-B930FE4C7276}" srcId="{E4E0BA78-31C9-4892-8C01-F67DB5A04E61}" destId="{4AB3EDC6-B422-4B15-AB38-C6BA509F4080}" srcOrd="2" destOrd="0" parTransId="{175A5226-69AA-4B4B-9C05-F8B7991BFCEB}" sibTransId="{280B7B4B-CF8A-4590-9270-322CA5A7FE8C}"/>
    <dgm:cxn modelId="{01584F1D-E7DE-1C4F-92D1-F74F2FD895CD}" type="presOf" srcId="{F81CCCC2-4E32-490D-8AD2-DF6AB61C4175}" destId="{0C75BC50-A646-F94F-B3C1-D4D08F813929}" srcOrd="0" destOrd="0" presId="urn:microsoft.com/office/officeart/2005/8/layout/vList2"/>
    <dgm:cxn modelId="{9480F82E-0B75-42CC-B9E2-434FAB559995}" srcId="{E4E0BA78-31C9-4892-8C01-F67DB5A04E61}" destId="{129F5AAE-FD12-417C-A1DF-180FDE2797D0}" srcOrd="4" destOrd="0" parTransId="{F6FF43C6-FB3F-4D87-B59C-2C2AAE67515A}" sibTransId="{9BB96583-B3AF-4D6F-B68B-B619ACA52510}"/>
    <dgm:cxn modelId="{2F19CA4B-4C87-8943-AE45-87892011BA1E}" type="presOf" srcId="{E4E0BA78-31C9-4892-8C01-F67DB5A04E61}" destId="{48BBEA76-D4FF-9D45-8E40-F8AB1F56D4AC}" srcOrd="0" destOrd="0" presId="urn:microsoft.com/office/officeart/2005/8/layout/vList2"/>
    <dgm:cxn modelId="{C964B884-14A8-CB4D-82C2-20FE2EF3BB26}" type="presOf" srcId="{3A7A7237-80A6-4099-8B75-2E95E68EBE1D}" destId="{77317492-D89F-1C4D-A87A-2C1CB3BBBDDC}" srcOrd="0" destOrd="0" presId="urn:microsoft.com/office/officeart/2005/8/layout/vList2"/>
    <dgm:cxn modelId="{4D721795-C50C-FA44-BFFB-97F367A8F8CC}" type="presOf" srcId="{01646704-F285-4702-96F5-ED8F54D8A65C}" destId="{4C069A79-CEE0-7948-AAA9-0B771D92A6D6}" srcOrd="0" destOrd="0" presId="urn:microsoft.com/office/officeart/2005/8/layout/vList2"/>
    <dgm:cxn modelId="{1134CCAD-3A3F-C64E-B6DF-ACB7F15DC679}" type="presOf" srcId="{4AB3EDC6-B422-4B15-AB38-C6BA509F4080}" destId="{7E3A8651-FE2C-844C-9AD2-B62311A58669}" srcOrd="0" destOrd="0" presId="urn:microsoft.com/office/officeart/2005/8/layout/vList2"/>
    <dgm:cxn modelId="{0C13C8B5-2F6C-48ED-90A8-8D00F35F30CB}" srcId="{E4E0BA78-31C9-4892-8C01-F67DB5A04E61}" destId="{01646704-F285-4702-96F5-ED8F54D8A65C}" srcOrd="0" destOrd="0" parTransId="{08602D65-9427-4EEF-B041-133E234ED607}" sibTransId="{4E1381FE-BC51-4314-AFA2-0E4AF57BC22E}"/>
    <dgm:cxn modelId="{5ECD11C8-276F-9A44-B9F8-C985D020844F}" type="presOf" srcId="{129F5AAE-FD12-417C-A1DF-180FDE2797D0}" destId="{82522F01-AB01-EC45-AC43-601692C6D149}" srcOrd="0" destOrd="0" presId="urn:microsoft.com/office/officeart/2005/8/layout/vList2"/>
    <dgm:cxn modelId="{5F362EF0-9FC2-4D9C-B270-9075F71EFC7A}" srcId="{E4E0BA78-31C9-4892-8C01-F67DB5A04E61}" destId="{3A7A7237-80A6-4099-8B75-2E95E68EBE1D}" srcOrd="1" destOrd="0" parTransId="{D2C739AF-FBC4-4245-8669-A6ACD8405245}" sibTransId="{784BA0E9-B94A-4090-8553-F03E31141598}"/>
    <dgm:cxn modelId="{DB0024DA-D259-164D-91AC-3FDA6178D0A2}" type="presParOf" srcId="{48BBEA76-D4FF-9D45-8E40-F8AB1F56D4AC}" destId="{4C069A79-CEE0-7948-AAA9-0B771D92A6D6}" srcOrd="0" destOrd="0" presId="urn:microsoft.com/office/officeart/2005/8/layout/vList2"/>
    <dgm:cxn modelId="{032A4CF7-8BD7-C64C-9E39-AFFE03423C58}" type="presParOf" srcId="{48BBEA76-D4FF-9D45-8E40-F8AB1F56D4AC}" destId="{700A97C6-DB98-494F-AE73-F7808CDA61AA}" srcOrd="1" destOrd="0" presId="urn:microsoft.com/office/officeart/2005/8/layout/vList2"/>
    <dgm:cxn modelId="{ABABD5D6-B8E9-9B4B-A81E-F7467BC05935}" type="presParOf" srcId="{48BBEA76-D4FF-9D45-8E40-F8AB1F56D4AC}" destId="{77317492-D89F-1C4D-A87A-2C1CB3BBBDDC}" srcOrd="2" destOrd="0" presId="urn:microsoft.com/office/officeart/2005/8/layout/vList2"/>
    <dgm:cxn modelId="{54765350-F0ED-D144-B464-07AB6D3E1159}" type="presParOf" srcId="{48BBEA76-D4FF-9D45-8E40-F8AB1F56D4AC}" destId="{FC89BE8E-A47E-094F-886D-18DF161CD49E}" srcOrd="3" destOrd="0" presId="urn:microsoft.com/office/officeart/2005/8/layout/vList2"/>
    <dgm:cxn modelId="{EC93DAE4-31E8-9B43-8E1D-E2635433156B}" type="presParOf" srcId="{48BBEA76-D4FF-9D45-8E40-F8AB1F56D4AC}" destId="{7E3A8651-FE2C-844C-9AD2-B62311A58669}" srcOrd="4" destOrd="0" presId="urn:microsoft.com/office/officeart/2005/8/layout/vList2"/>
    <dgm:cxn modelId="{61C90D05-F3EE-6047-9B08-69586367FED8}" type="presParOf" srcId="{48BBEA76-D4FF-9D45-8E40-F8AB1F56D4AC}" destId="{CBAE032D-15A6-4E49-BD85-9E546403D384}" srcOrd="5" destOrd="0" presId="urn:microsoft.com/office/officeart/2005/8/layout/vList2"/>
    <dgm:cxn modelId="{4BE3A095-85DC-F946-BAAF-7B65CB4A78D6}" type="presParOf" srcId="{48BBEA76-D4FF-9D45-8E40-F8AB1F56D4AC}" destId="{0C75BC50-A646-F94F-B3C1-D4D08F813929}" srcOrd="6" destOrd="0" presId="urn:microsoft.com/office/officeart/2005/8/layout/vList2"/>
    <dgm:cxn modelId="{D6C54454-71EE-0B4B-A91E-3F89B52EFD78}" type="presParOf" srcId="{48BBEA76-D4FF-9D45-8E40-F8AB1F56D4AC}" destId="{3806554D-DB02-EF4E-8ACA-DFCD0ED114A3}" srcOrd="7" destOrd="0" presId="urn:microsoft.com/office/officeart/2005/8/layout/vList2"/>
    <dgm:cxn modelId="{BFBA9C21-A1CC-8D40-91E2-2F2FA4F0ABA7}" type="presParOf" srcId="{48BBEA76-D4FF-9D45-8E40-F8AB1F56D4AC}" destId="{82522F01-AB01-EC45-AC43-601692C6D149}" srcOrd="8"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5A8CD7B-936C-43AC-A6ED-F3545AF5AB3E}" type="doc">
      <dgm:prSet loTypeId="urn:microsoft.com/office/officeart/2016/7/layout/RepeatingBendingProcessNew" loCatId="process" qsTypeId="urn:microsoft.com/office/officeart/2005/8/quickstyle/simple1" qsCatId="simple" csTypeId="urn:microsoft.com/office/officeart/2005/8/colors/colorful1" csCatId="colorful"/>
      <dgm:spPr/>
      <dgm:t>
        <a:bodyPr/>
        <a:lstStyle/>
        <a:p>
          <a:endParaRPr lang="en-US"/>
        </a:p>
      </dgm:t>
    </dgm:pt>
    <dgm:pt modelId="{3755D4D1-B0A8-4E24-978C-7C1599450311}">
      <dgm:prSet/>
      <dgm:spPr/>
      <dgm:t>
        <a:bodyPr/>
        <a:lstStyle/>
        <a:p>
          <a:r>
            <a:rPr lang="he-IL"/>
            <a:t>רצינו אתגר מסוג חדש</a:t>
          </a:r>
          <a:endParaRPr lang="en-US"/>
        </a:p>
      </dgm:t>
    </dgm:pt>
    <dgm:pt modelId="{D6373577-F930-443D-B3CB-02681C8D7CE8}" type="parTrans" cxnId="{5941505E-6FD2-4007-BA1D-87590E9BF73E}">
      <dgm:prSet/>
      <dgm:spPr/>
      <dgm:t>
        <a:bodyPr/>
        <a:lstStyle/>
        <a:p>
          <a:endParaRPr lang="en-US"/>
        </a:p>
      </dgm:t>
    </dgm:pt>
    <dgm:pt modelId="{8E945E63-9D41-45D6-A3B6-8605865A2CC2}" type="sibTrans" cxnId="{5941505E-6FD2-4007-BA1D-87590E9BF73E}">
      <dgm:prSet/>
      <dgm:spPr/>
      <dgm:t>
        <a:bodyPr/>
        <a:lstStyle/>
        <a:p>
          <a:endParaRPr lang="en-US"/>
        </a:p>
      </dgm:t>
    </dgm:pt>
    <dgm:pt modelId="{30EEEAB2-F0D3-48EA-9CCC-E3F95BCE2FD4}">
      <dgm:prSet/>
      <dgm:spPr/>
      <dgm:t>
        <a:bodyPr/>
        <a:lstStyle/>
        <a:p>
          <a:r>
            <a:rPr lang="he-IL"/>
            <a:t>לא הכרנו תחום זה בעבר </a:t>
          </a:r>
          <a:endParaRPr lang="en-US"/>
        </a:p>
      </dgm:t>
    </dgm:pt>
    <dgm:pt modelId="{90BE3981-1872-4E32-AE81-1B0C15723D79}" type="parTrans" cxnId="{69331E8F-EAE9-45DB-8D13-C90196A4E3E5}">
      <dgm:prSet/>
      <dgm:spPr/>
      <dgm:t>
        <a:bodyPr/>
        <a:lstStyle/>
        <a:p>
          <a:endParaRPr lang="en-US"/>
        </a:p>
      </dgm:t>
    </dgm:pt>
    <dgm:pt modelId="{227F2C18-B081-45C5-9BDD-BB7AF687DA67}" type="sibTrans" cxnId="{69331E8F-EAE9-45DB-8D13-C90196A4E3E5}">
      <dgm:prSet/>
      <dgm:spPr/>
      <dgm:t>
        <a:bodyPr/>
        <a:lstStyle/>
        <a:p>
          <a:endParaRPr lang="en-US"/>
        </a:p>
      </dgm:t>
    </dgm:pt>
    <dgm:pt modelId="{55D5EC3C-FAE7-4AF2-AF97-22260D2EFEF0}">
      <dgm:prSet/>
      <dgm:spPr/>
      <dgm:t>
        <a:bodyPr/>
        <a:lstStyle/>
        <a:p>
          <a:r>
            <a:rPr lang="he-IL"/>
            <a:t>למידה וחשיפה לתחום של רובוטיקה במישור הפיזי </a:t>
          </a:r>
          <a:endParaRPr lang="en-US"/>
        </a:p>
      </dgm:t>
    </dgm:pt>
    <dgm:pt modelId="{A529CDA4-07F4-4DAD-8327-F58E4D6CA528}" type="parTrans" cxnId="{93FA4349-C48A-4FA7-947A-56AC99B41E39}">
      <dgm:prSet/>
      <dgm:spPr/>
      <dgm:t>
        <a:bodyPr/>
        <a:lstStyle/>
        <a:p>
          <a:endParaRPr lang="en-US"/>
        </a:p>
      </dgm:t>
    </dgm:pt>
    <dgm:pt modelId="{E7DBC146-895B-41CF-9252-61B3C9B66438}" type="sibTrans" cxnId="{93FA4349-C48A-4FA7-947A-56AC99B41E39}">
      <dgm:prSet/>
      <dgm:spPr/>
      <dgm:t>
        <a:bodyPr/>
        <a:lstStyle/>
        <a:p>
          <a:endParaRPr lang="en-US"/>
        </a:p>
      </dgm:t>
    </dgm:pt>
    <dgm:pt modelId="{69AD34D2-FCC6-415B-9B76-2FA2AC231422}">
      <dgm:prSet/>
      <dgm:spPr/>
      <dgm:t>
        <a:bodyPr/>
        <a:lstStyle/>
        <a:p>
          <a:r>
            <a:rPr lang="he-IL"/>
            <a:t>פתח להתעסקות בתחום זה בעתיד </a:t>
          </a:r>
          <a:endParaRPr lang="en-US"/>
        </a:p>
      </dgm:t>
    </dgm:pt>
    <dgm:pt modelId="{44A7EC0A-0325-4DED-A7F8-F6B8BEB085A7}" type="parTrans" cxnId="{EAD66654-2782-4311-A52D-934FA78378B3}">
      <dgm:prSet/>
      <dgm:spPr/>
      <dgm:t>
        <a:bodyPr/>
        <a:lstStyle/>
        <a:p>
          <a:endParaRPr lang="en-US"/>
        </a:p>
      </dgm:t>
    </dgm:pt>
    <dgm:pt modelId="{9E668FD8-34D7-4896-A610-8EDE068EE209}" type="sibTrans" cxnId="{EAD66654-2782-4311-A52D-934FA78378B3}">
      <dgm:prSet/>
      <dgm:spPr/>
      <dgm:t>
        <a:bodyPr/>
        <a:lstStyle/>
        <a:p>
          <a:endParaRPr lang="en-US"/>
        </a:p>
      </dgm:t>
    </dgm:pt>
    <dgm:pt modelId="{B96E81C4-581A-4EA8-A916-151B8B17E9AA}">
      <dgm:prSet/>
      <dgm:spPr/>
      <dgm:t>
        <a:bodyPr/>
        <a:lstStyle/>
        <a:p>
          <a:r>
            <a:rPr lang="he-IL"/>
            <a:t>היננו בעלי זיקה לפרויקטים מתאגרים שבמהלכם יש ללמוד ולההתעסק בנושאים שטרם העבודה כלל לא הכרנו אותם</a:t>
          </a:r>
          <a:endParaRPr lang="en-US"/>
        </a:p>
      </dgm:t>
    </dgm:pt>
    <dgm:pt modelId="{953C09CC-709F-4724-9D3A-8C143C536555}" type="parTrans" cxnId="{86E6D0DA-1BC0-4D11-ACD1-8769A63268CF}">
      <dgm:prSet/>
      <dgm:spPr/>
      <dgm:t>
        <a:bodyPr/>
        <a:lstStyle/>
        <a:p>
          <a:endParaRPr lang="en-US"/>
        </a:p>
      </dgm:t>
    </dgm:pt>
    <dgm:pt modelId="{E6614DB8-C0D4-4231-BF15-5D22A6438A8D}" type="sibTrans" cxnId="{86E6D0DA-1BC0-4D11-ACD1-8769A63268CF}">
      <dgm:prSet/>
      <dgm:spPr/>
      <dgm:t>
        <a:bodyPr/>
        <a:lstStyle/>
        <a:p>
          <a:endParaRPr lang="en-US"/>
        </a:p>
      </dgm:t>
    </dgm:pt>
    <dgm:pt modelId="{CDF49995-3DED-0D45-9813-804F733BDB83}" type="pres">
      <dgm:prSet presAssocID="{B5A8CD7B-936C-43AC-A6ED-F3545AF5AB3E}" presName="Name0" presStyleCnt="0">
        <dgm:presLayoutVars>
          <dgm:dir/>
          <dgm:resizeHandles val="exact"/>
        </dgm:presLayoutVars>
      </dgm:prSet>
      <dgm:spPr/>
    </dgm:pt>
    <dgm:pt modelId="{0F20C492-531F-714B-B867-86F55CAA58A5}" type="pres">
      <dgm:prSet presAssocID="{3755D4D1-B0A8-4E24-978C-7C1599450311}" presName="node" presStyleLbl="node1" presStyleIdx="0" presStyleCnt="5">
        <dgm:presLayoutVars>
          <dgm:bulletEnabled val="1"/>
        </dgm:presLayoutVars>
      </dgm:prSet>
      <dgm:spPr/>
    </dgm:pt>
    <dgm:pt modelId="{7F3FA853-B197-6849-A704-EF5EE16EC00B}" type="pres">
      <dgm:prSet presAssocID="{8E945E63-9D41-45D6-A3B6-8605865A2CC2}" presName="sibTrans" presStyleLbl="sibTrans1D1" presStyleIdx="0" presStyleCnt="4"/>
      <dgm:spPr/>
    </dgm:pt>
    <dgm:pt modelId="{5C7B7E20-FA2A-8D4C-876C-C0F93C98683A}" type="pres">
      <dgm:prSet presAssocID="{8E945E63-9D41-45D6-A3B6-8605865A2CC2}" presName="connectorText" presStyleLbl="sibTrans1D1" presStyleIdx="0" presStyleCnt="4"/>
      <dgm:spPr/>
    </dgm:pt>
    <dgm:pt modelId="{AE2A63B6-1545-7842-BAE0-F7416B05E383}" type="pres">
      <dgm:prSet presAssocID="{30EEEAB2-F0D3-48EA-9CCC-E3F95BCE2FD4}" presName="node" presStyleLbl="node1" presStyleIdx="1" presStyleCnt="5">
        <dgm:presLayoutVars>
          <dgm:bulletEnabled val="1"/>
        </dgm:presLayoutVars>
      </dgm:prSet>
      <dgm:spPr/>
    </dgm:pt>
    <dgm:pt modelId="{489B2B64-1104-CF4E-8ECE-5349C398613C}" type="pres">
      <dgm:prSet presAssocID="{227F2C18-B081-45C5-9BDD-BB7AF687DA67}" presName="sibTrans" presStyleLbl="sibTrans1D1" presStyleIdx="1" presStyleCnt="4"/>
      <dgm:spPr/>
    </dgm:pt>
    <dgm:pt modelId="{99046EAB-25FC-8A45-A912-11C0DD7468B2}" type="pres">
      <dgm:prSet presAssocID="{227F2C18-B081-45C5-9BDD-BB7AF687DA67}" presName="connectorText" presStyleLbl="sibTrans1D1" presStyleIdx="1" presStyleCnt="4"/>
      <dgm:spPr/>
    </dgm:pt>
    <dgm:pt modelId="{1E578DC4-9F0C-484C-9FFB-4095EB03B419}" type="pres">
      <dgm:prSet presAssocID="{55D5EC3C-FAE7-4AF2-AF97-22260D2EFEF0}" presName="node" presStyleLbl="node1" presStyleIdx="2" presStyleCnt="5">
        <dgm:presLayoutVars>
          <dgm:bulletEnabled val="1"/>
        </dgm:presLayoutVars>
      </dgm:prSet>
      <dgm:spPr/>
    </dgm:pt>
    <dgm:pt modelId="{67F68901-6451-5448-990A-6A20D8071E64}" type="pres">
      <dgm:prSet presAssocID="{E7DBC146-895B-41CF-9252-61B3C9B66438}" presName="sibTrans" presStyleLbl="sibTrans1D1" presStyleIdx="2" presStyleCnt="4"/>
      <dgm:spPr/>
    </dgm:pt>
    <dgm:pt modelId="{FBD8EEDB-F7DE-7943-8F27-72238DEEB588}" type="pres">
      <dgm:prSet presAssocID="{E7DBC146-895B-41CF-9252-61B3C9B66438}" presName="connectorText" presStyleLbl="sibTrans1D1" presStyleIdx="2" presStyleCnt="4"/>
      <dgm:spPr/>
    </dgm:pt>
    <dgm:pt modelId="{AE700501-C0D5-9349-95A3-4965562CC574}" type="pres">
      <dgm:prSet presAssocID="{69AD34D2-FCC6-415B-9B76-2FA2AC231422}" presName="node" presStyleLbl="node1" presStyleIdx="3" presStyleCnt="5">
        <dgm:presLayoutVars>
          <dgm:bulletEnabled val="1"/>
        </dgm:presLayoutVars>
      </dgm:prSet>
      <dgm:spPr/>
    </dgm:pt>
    <dgm:pt modelId="{7A781652-717A-814D-8A42-A8FA90B2D3EC}" type="pres">
      <dgm:prSet presAssocID="{9E668FD8-34D7-4896-A610-8EDE068EE209}" presName="sibTrans" presStyleLbl="sibTrans1D1" presStyleIdx="3" presStyleCnt="4"/>
      <dgm:spPr/>
    </dgm:pt>
    <dgm:pt modelId="{5574743C-3248-874A-B7DA-AC2490A2CF21}" type="pres">
      <dgm:prSet presAssocID="{9E668FD8-34D7-4896-A610-8EDE068EE209}" presName="connectorText" presStyleLbl="sibTrans1D1" presStyleIdx="3" presStyleCnt="4"/>
      <dgm:spPr/>
    </dgm:pt>
    <dgm:pt modelId="{E3952E4A-507D-8D44-9698-FE4176B83040}" type="pres">
      <dgm:prSet presAssocID="{B96E81C4-581A-4EA8-A916-151B8B17E9AA}" presName="node" presStyleLbl="node1" presStyleIdx="4" presStyleCnt="5">
        <dgm:presLayoutVars>
          <dgm:bulletEnabled val="1"/>
        </dgm:presLayoutVars>
      </dgm:prSet>
      <dgm:spPr/>
    </dgm:pt>
  </dgm:ptLst>
  <dgm:cxnLst>
    <dgm:cxn modelId="{02974610-7F63-6344-8F2B-51884D75245C}" type="presOf" srcId="{9E668FD8-34D7-4896-A610-8EDE068EE209}" destId="{5574743C-3248-874A-B7DA-AC2490A2CF21}" srcOrd="1" destOrd="0" presId="urn:microsoft.com/office/officeart/2016/7/layout/RepeatingBendingProcessNew"/>
    <dgm:cxn modelId="{CCE6B22F-3B57-984B-900A-97848F82B6BD}" type="presOf" srcId="{E7DBC146-895B-41CF-9252-61B3C9B66438}" destId="{67F68901-6451-5448-990A-6A20D8071E64}" srcOrd="0" destOrd="0" presId="urn:microsoft.com/office/officeart/2016/7/layout/RepeatingBendingProcessNew"/>
    <dgm:cxn modelId="{3341CB39-B35B-134C-A54B-62EDA22A2EB5}" type="presOf" srcId="{3755D4D1-B0A8-4E24-978C-7C1599450311}" destId="{0F20C492-531F-714B-B867-86F55CAA58A5}" srcOrd="0" destOrd="0" presId="urn:microsoft.com/office/officeart/2016/7/layout/RepeatingBendingProcessNew"/>
    <dgm:cxn modelId="{2CDF1848-49B5-B74C-A4DB-277BB228296C}" type="presOf" srcId="{8E945E63-9D41-45D6-A3B6-8605865A2CC2}" destId="{5C7B7E20-FA2A-8D4C-876C-C0F93C98683A}" srcOrd="1" destOrd="0" presId="urn:microsoft.com/office/officeart/2016/7/layout/RepeatingBendingProcessNew"/>
    <dgm:cxn modelId="{93FA4349-C48A-4FA7-947A-56AC99B41E39}" srcId="{B5A8CD7B-936C-43AC-A6ED-F3545AF5AB3E}" destId="{55D5EC3C-FAE7-4AF2-AF97-22260D2EFEF0}" srcOrd="2" destOrd="0" parTransId="{A529CDA4-07F4-4DAD-8327-F58E4D6CA528}" sibTransId="{E7DBC146-895B-41CF-9252-61B3C9B66438}"/>
    <dgm:cxn modelId="{51E9B44A-BB58-BA4A-B7B7-504BD5615D70}" type="presOf" srcId="{55D5EC3C-FAE7-4AF2-AF97-22260D2EFEF0}" destId="{1E578DC4-9F0C-484C-9FFB-4095EB03B419}" srcOrd="0" destOrd="0" presId="urn:microsoft.com/office/officeart/2016/7/layout/RepeatingBendingProcessNew"/>
    <dgm:cxn modelId="{2ABE5F53-88C4-494F-BCF2-13ABC976F640}" type="presOf" srcId="{227F2C18-B081-45C5-9BDD-BB7AF687DA67}" destId="{99046EAB-25FC-8A45-A912-11C0DD7468B2}" srcOrd="1" destOrd="0" presId="urn:microsoft.com/office/officeart/2016/7/layout/RepeatingBendingProcessNew"/>
    <dgm:cxn modelId="{EAD66654-2782-4311-A52D-934FA78378B3}" srcId="{B5A8CD7B-936C-43AC-A6ED-F3545AF5AB3E}" destId="{69AD34D2-FCC6-415B-9B76-2FA2AC231422}" srcOrd="3" destOrd="0" parTransId="{44A7EC0A-0325-4DED-A7F8-F6B8BEB085A7}" sibTransId="{9E668FD8-34D7-4896-A610-8EDE068EE209}"/>
    <dgm:cxn modelId="{5941505E-6FD2-4007-BA1D-87590E9BF73E}" srcId="{B5A8CD7B-936C-43AC-A6ED-F3545AF5AB3E}" destId="{3755D4D1-B0A8-4E24-978C-7C1599450311}" srcOrd="0" destOrd="0" parTransId="{D6373577-F930-443D-B3CB-02681C8D7CE8}" sibTransId="{8E945E63-9D41-45D6-A3B6-8605865A2CC2}"/>
    <dgm:cxn modelId="{075B576C-BC36-6742-BFA2-84B900FDDAD3}" type="presOf" srcId="{227F2C18-B081-45C5-9BDD-BB7AF687DA67}" destId="{489B2B64-1104-CF4E-8ECE-5349C398613C}" srcOrd="0" destOrd="0" presId="urn:microsoft.com/office/officeart/2016/7/layout/RepeatingBendingProcessNew"/>
    <dgm:cxn modelId="{6B902374-5DDD-2344-B22F-23E17A671F79}" type="presOf" srcId="{B5A8CD7B-936C-43AC-A6ED-F3545AF5AB3E}" destId="{CDF49995-3DED-0D45-9813-804F733BDB83}" srcOrd="0" destOrd="0" presId="urn:microsoft.com/office/officeart/2016/7/layout/RepeatingBendingProcessNew"/>
    <dgm:cxn modelId="{E462E178-89A7-F44B-9F7B-32597686CD1F}" type="presOf" srcId="{69AD34D2-FCC6-415B-9B76-2FA2AC231422}" destId="{AE700501-C0D5-9349-95A3-4965562CC574}" srcOrd="0" destOrd="0" presId="urn:microsoft.com/office/officeart/2016/7/layout/RepeatingBendingProcessNew"/>
    <dgm:cxn modelId="{69331E8F-EAE9-45DB-8D13-C90196A4E3E5}" srcId="{B5A8CD7B-936C-43AC-A6ED-F3545AF5AB3E}" destId="{30EEEAB2-F0D3-48EA-9CCC-E3F95BCE2FD4}" srcOrd="1" destOrd="0" parTransId="{90BE3981-1872-4E32-AE81-1B0C15723D79}" sibTransId="{227F2C18-B081-45C5-9BDD-BB7AF687DA67}"/>
    <dgm:cxn modelId="{DE094D92-E57B-7C44-A1E7-097FDE7A42D5}" type="presOf" srcId="{30EEEAB2-F0D3-48EA-9CCC-E3F95BCE2FD4}" destId="{AE2A63B6-1545-7842-BAE0-F7416B05E383}" srcOrd="0" destOrd="0" presId="urn:microsoft.com/office/officeart/2016/7/layout/RepeatingBendingProcessNew"/>
    <dgm:cxn modelId="{195422A0-1EDC-F740-ADAE-1F67345B5ED6}" type="presOf" srcId="{E7DBC146-895B-41CF-9252-61B3C9B66438}" destId="{FBD8EEDB-F7DE-7943-8F27-72238DEEB588}" srcOrd="1" destOrd="0" presId="urn:microsoft.com/office/officeart/2016/7/layout/RepeatingBendingProcessNew"/>
    <dgm:cxn modelId="{4A4177B6-70D4-584B-9803-19121C118A84}" type="presOf" srcId="{B96E81C4-581A-4EA8-A916-151B8B17E9AA}" destId="{E3952E4A-507D-8D44-9698-FE4176B83040}" srcOrd="0" destOrd="0" presId="urn:microsoft.com/office/officeart/2016/7/layout/RepeatingBendingProcessNew"/>
    <dgm:cxn modelId="{7BD484B7-0F4B-2F40-8722-DC61A4C77DC0}" type="presOf" srcId="{8E945E63-9D41-45D6-A3B6-8605865A2CC2}" destId="{7F3FA853-B197-6849-A704-EF5EE16EC00B}" srcOrd="0" destOrd="0" presId="urn:microsoft.com/office/officeart/2016/7/layout/RepeatingBendingProcessNew"/>
    <dgm:cxn modelId="{F1C7C1BB-427C-D140-A27B-573861976650}" type="presOf" srcId="{9E668FD8-34D7-4896-A610-8EDE068EE209}" destId="{7A781652-717A-814D-8A42-A8FA90B2D3EC}" srcOrd="0" destOrd="0" presId="urn:microsoft.com/office/officeart/2016/7/layout/RepeatingBendingProcessNew"/>
    <dgm:cxn modelId="{86E6D0DA-1BC0-4D11-ACD1-8769A63268CF}" srcId="{B5A8CD7B-936C-43AC-A6ED-F3545AF5AB3E}" destId="{B96E81C4-581A-4EA8-A916-151B8B17E9AA}" srcOrd="4" destOrd="0" parTransId="{953C09CC-709F-4724-9D3A-8C143C536555}" sibTransId="{E6614DB8-C0D4-4231-BF15-5D22A6438A8D}"/>
    <dgm:cxn modelId="{87F1A487-E9E1-FC4E-8B9A-91B1C972D88C}" type="presParOf" srcId="{CDF49995-3DED-0D45-9813-804F733BDB83}" destId="{0F20C492-531F-714B-B867-86F55CAA58A5}" srcOrd="0" destOrd="0" presId="urn:microsoft.com/office/officeart/2016/7/layout/RepeatingBendingProcessNew"/>
    <dgm:cxn modelId="{E6C815B6-9519-034E-935C-047B671D3051}" type="presParOf" srcId="{CDF49995-3DED-0D45-9813-804F733BDB83}" destId="{7F3FA853-B197-6849-A704-EF5EE16EC00B}" srcOrd="1" destOrd="0" presId="urn:microsoft.com/office/officeart/2016/7/layout/RepeatingBendingProcessNew"/>
    <dgm:cxn modelId="{31D491AA-4B6A-4245-9C0D-9EA45B627E0D}" type="presParOf" srcId="{7F3FA853-B197-6849-A704-EF5EE16EC00B}" destId="{5C7B7E20-FA2A-8D4C-876C-C0F93C98683A}" srcOrd="0" destOrd="0" presId="urn:microsoft.com/office/officeart/2016/7/layout/RepeatingBendingProcessNew"/>
    <dgm:cxn modelId="{AD35C03E-CD22-B249-8B52-9B126AAE70C2}" type="presParOf" srcId="{CDF49995-3DED-0D45-9813-804F733BDB83}" destId="{AE2A63B6-1545-7842-BAE0-F7416B05E383}" srcOrd="2" destOrd="0" presId="urn:microsoft.com/office/officeart/2016/7/layout/RepeatingBendingProcessNew"/>
    <dgm:cxn modelId="{5E5B3D60-B150-C744-858F-65B8DCB13D42}" type="presParOf" srcId="{CDF49995-3DED-0D45-9813-804F733BDB83}" destId="{489B2B64-1104-CF4E-8ECE-5349C398613C}" srcOrd="3" destOrd="0" presId="urn:microsoft.com/office/officeart/2016/7/layout/RepeatingBendingProcessNew"/>
    <dgm:cxn modelId="{E11C5E87-F146-974A-8AFA-01D257630216}" type="presParOf" srcId="{489B2B64-1104-CF4E-8ECE-5349C398613C}" destId="{99046EAB-25FC-8A45-A912-11C0DD7468B2}" srcOrd="0" destOrd="0" presId="urn:microsoft.com/office/officeart/2016/7/layout/RepeatingBendingProcessNew"/>
    <dgm:cxn modelId="{45AD4935-B78F-5B40-AD97-67B28A41BB2D}" type="presParOf" srcId="{CDF49995-3DED-0D45-9813-804F733BDB83}" destId="{1E578DC4-9F0C-484C-9FFB-4095EB03B419}" srcOrd="4" destOrd="0" presId="urn:microsoft.com/office/officeart/2016/7/layout/RepeatingBendingProcessNew"/>
    <dgm:cxn modelId="{FD77BF39-D10F-F741-B963-D81F53280FBB}" type="presParOf" srcId="{CDF49995-3DED-0D45-9813-804F733BDB83}" destId="{67F68901-6451-5448-990A-6A20D8071E64}" srcOrd="5" destOrd="0" presId="urn:microsoft.com/office/officeart/2016/7/layout/RepeatingBendingProcessNew"/>
    <dgm:cxn modelId="{34F59644-1D7E-9C4A-A4AE-82CC75497DC5}" type="presParOf" srcId="{67F68901-6451-5448-990A-6A20D8071E64}" destId="{FBD8EEDB-F7DE-7943-8F27-72238DEEB588}" srcOrd="0" destOrd="0" presId="urn:microsoft.com/office/officeart/2016/7/layout/RepeatingBendingProcessNew"/>
    <dgm:cxn modelId="{493D128E-721D-2A4C-9FA5-08405A2F709E}" type="presParOf" srcId="{CDF49995-3DED-0D45-9813-804F733BDB83}" destId="{AE700501-C0D5-9349-95A3-4965562CC574}" srcOrd="6" destOrd="0" presId="urn:microsoft.com/office/officeart/2016/7/layout/RepeatingBendingProcessNew"/>
    <dgm:cxn modelId="{A7049E75-DA94-9D4B-936F-FBF9073F16F9}" type="presParOf" srcId="{CDF49995-3DED-0D45-9813-804F733BDB83}" destId="{7A781652-717A-814D-8A42-A8FA90B2D3EC}" srcOrd="7" destOrd="0" presId="urn:microsoft.com/office/officeart/2016/7/layout/RepeatingBendingProcessNew"/>
    <dgm:cxn modelId="{F6047EC0-B32B-3840-82E2-5B66E6756214}" type="presParOf" srcId="{7A781652-717A-814D-8A42-A8FA90B2D3EC}" destId="{5574743C-3248-874A-B7DA-AC2490A2CF21}" srcOrd="0" destOrd="0" presId="urn:microsoft.com/office/officeart/2016/7/layout/RepeatingBendingProcessNew"/>
    <dgm:cxn modelId="{E233E4CD-8F09-2F45-BAA8-367433B10939}" type="presParOf" srcId="{CDF49995-3DED-0D45-9813-804F733BDB83}" destId="{E3952E4A-507D-8D44-9698-FE4176B83040}" srcOrd="8" destOrd="0" presId="urn:microsoft.com/office/officeart/2016/7/layout/RepeatingBendingProcessNew"/>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B9032739-EC12-405F-8126-48250B1F9E7E}" type="doc">
      <dgm:prSet loTypeId="urn:microsoft.com/office/officeart/2008/layout/LinedList" loCatId="list" qsTypeId="urn:microsoft.com/office/officeart/2005/8/quickstyle/simple1" qsCatId="simple" csTypeId="urn:microsoft.com/office/officeart/2005/8/colors/accent1_2" csCatId="accent1"/>
      <dgm:spPr/>
      <dgm:t>
        <a:bodyPr/>
        <a:lstStyle/>
        <a:p>
          <a:endParaRPr lang="en-US"/>
        </a:p>
      </dgm:t>
    </dgm:pt>
    <dgm:pt modelId="{271F511F-4B13-4B34-80B5-C6C67C81AA91}">
      <dgm:prSet/>
      <dgm:spPr/>
      <dgm:t>
        <a:bodyPr/>
        <a:lstStyle/>
        <a:p>
          <a:pPr algn="r"/>
          <a:r>
            <a:rPr lang="he-IL" dirty="0"/>
            <a:t>הסתכלנו על התג</a:t>
          </a:r>
          <a:endParaRPr lang="en-US" dirty="0"/>
        </a:p>
      </dgm:t>
    </dgm:pt>
    <dgm:pt modelId="{BC8E29EC-89F7-4C90-99F4-4063D5E91EA8}" type="parTrans" cxnId="{637FC389-FD71-44AB-A545-253CA253840C}">
      <dgm:prSet/>
      <dgm:spPr/>
      <dgm:t>
        <a:bodyPr/>
        <a:lstStyle/>
        <a:p>
          <a:endParaRPr lang="en-US"/>
        </a:p>
      </dgm:t>
    </dgm:pt>
    <dgm:pt modelId="{36DB8964-C5A0-4CC4-801C-807CB48BA1F7}" type="sibTrans" cxnId="{637FC389-FD71-44AB-A545-253CA253840C}">
      <dgm:prSet/>
      <dgm:spPr/>
      <dgm:t>
        <a:bodyPr/>
        <a:lstStyle/>
        <a:p>
          <a:endParaRPr lang="en-US"/>
        </a:p>
      </dgm:t>
    </dgm:pt>
    <dgm:pt modelId="{16E67DD6-DFB5-4732-8E41-D149CECE1D54}">
      <dgm:prSet/>
      <dgm:spPr/>
      <dgm:t>
        <a:bodyPr/>
        <a:lstStyle/>
        <a:p>
          <a:pPr algn="r"/>
          <a:r>
            <a:rPr lang="he-IL" dirty="0"/>
            <a:t>הגובה של התג ביחס </a:t>
          </a:r>
          <a:r>
            <a:rPr lang="he-IL" dirty="0" err="1"/>
            <a:t>לרחפן</a:t>
          </a:r>
          <a:r>
            <a:rPr lang="he-IL" dirty="0"/>
            <a:t> שנמדד היה גבוה מידי </a:t>
          </a:r>
          <a:endParaRPr lang="en-US" dirty="0"/>
        </a:p>
      </dgm:t>
    </dgm:pt>
    <dgm:pt modelId="{F931FC85-D701-4F4F-BEDF-2E0B5FC3A04E}" type="parTrans" cxnId="{9A409F57-3C80-465C-B59D-C51B49899BFF}">
      <dgm:prSet/>
      <dgm:spPr/>
      <dgm:t>
        <a:bodyPr/>
        <a:lstStyle/>
        <a:p>
          <a:endParaRPr lang="en-US"/>
        </a:p>
      </dgm:t>
    </dgm:pt>
    <dgm:pt modelId="{6067E0CA-E527-4BFB-98D6-971EE2103944}" type="sibTrans" cxnId="{9A409F57-3C80-465C-B59D-C51B49899BFF}">
      <dgm:prSet/>
      <dgm:spPr/>
      <dgm:t>
        <a:bodyPr/>
        <a:lstStyle/>
        <a:p>
          <a:endParaRPr lang="en-US"/>
        </a:p>
      </dgm:t>
    </dgm:pt>
    <dgm:pt modelId="{2D7CAF28-8298-43A2-BAA1-6ADEE79AD068}">
      <dgm:prSet/>
      <dgm:spPr/>
      <dgm:t>
        <a:bodyPr/>
        <a:lstStyle/>
        <a:p>
          <a:pPr algn="r"/>
          <a:r>
            <a:rPr lang="he-IL" dirty="0" err="1"/>
            <a:t>הרחפן</a:t>
          </a:r>
          <a:r>
            <a:rPr lang="he-IL" dirty="0"/>
            <a:t> ניסה ללכת לגובה גבוה יותר, שבו הוא חושב שנמצא התג</a:t>
          </a:r>
          <a:endParaRPr lang="en-US" dirty="0"/>
        </a:p>
      </dgm:t>
    </dgm:pt>
    <dgm:pt modelId="{B1193CCB-F3C0-4425-8366-C34B098F5455}" type="parTrans" cxnId="{FA820AFC-78DA-458E-A58A-DAADD937048E}">
      <dgm:prSet/>
      <dgm:spPr/>
      <dgm:t>
        <a:bodyPr/>
        <a:lstStyle/>
        <a:p>
          <a:endParaRPr lang="en-US"/>
        </a:p>
      </dgm:t>
    </dgm:pt>
    <dgm:pt modelId="{E132739E-0931-436A-9D37-C8AD0479A9A4}" type="sibTrans" cxnId="{FA820AFC-78DA-458E-A58A-DAADD937048E}">
      <dgm:prSet/>
      <dgm:spPr/>
      <dgm:t>
        <a:bodyPr/>
        <a:lstStyle/>
        <a:p>
          <a:endParaRPr lang="en-US"/>
        </a:p>
      </dgm:t>
    </dgm:pt>
    <dgm:pt modelId="{E6B92251-C7E7-413A-B76B-89174C3EE65A}">
      <dgm:prSet/>
      <dgm:spPr/>
      <dgm:t>
        <a:bodyPr/>
        <a:lstStyle/>
        <a:p>
          <a:pPr algn="r"/>
          <a:r>
            <a:rPr lang="he-IL" dirty="0" err="1"/>
            <a:t>הרחפן</a:t>
          </a:r>
          <a:r>
            <a:rPr lang="he-IL" dirty="0"/>
            <a:t> מאבד את התג ומתנגש בקיר.  </a:t>
          </a:r>
          <a:endParaRPr lang="en-US" dirty="0"/>
        </a:p>
      </dgm:t>
    </dgm:pt>
    <dgm:pt modelId="{5E7093BE-D348-4C16-AF49-0D4CE84163B4}" type="parTrans" cxnId="{4394422B-7AD2-410C-800A-B15192C45C4F}">
      <dgm:prSet/>
      <dgm:spPr/>
      <dgm:t>
        <a:bodyPr/>
        <a:lstStyle/>
        <a:p>
          <a:endParaRPr lang="en-US"/>
        </a:p>
      </dgm:t>
    </dgm:pt>
    <dgm:pt modelId="{91D53D3D-06E7-4637-8F9B-91C02DFA8A1C}" type="sibTrans" cxnId="{4394422B-7AD2-410C-800A-B15192C45C4F}">
      <dgm:prSet/>
      <dgm:spPr/>
      <dgm:t>
        <a:bodyPr/>
        <a:lstStyle/>
        <a:p>
          <a:endParaRPr lang="en-US"/>
        </a:p>
      </dgm:t>
    </dgm:pt>
    <dgm:pt modelId="{0FC21E63-13E7-DE40-8DEE-AE27635DAB75}" type="pres">
      <dgm:prSet presAssocID="{B9032739-EC12-405F-8126-48250B1F9E7E}" presName="vert0" presStyleCnt="0">
        <dgm:presLayoutVars>
          <dgm:dir/>
          <dgm:animOne val="branch"/>
          <dgm:animLvl val="lvl"/>
        </dgm:presLayoutVars>
      </dgm:prSet>
      <dgm:spPr/>
    </dgm:pt>
    <dgm:pt modelId="{D9A18A55-660D-484A-8146-63498A3C1C67}" type="pres">
      <dgm:prSet presAssocID="{271F511F-4B13-4B34-80B5-C6C67C81AA91}" presName="thickLine" presStyleLbl="alignNode1" presStyleIdx="0" presStyleCnt="4"/>
      <dgm:spPr/>
    </dgm:pt>
    <dgm:pt modelId="{46196B3A-DCA1-0848-9E56-945994EAE70B}" type="pres">
      <dgm:prSet presAssocID="{271F511F-4B13-4B34-80B5-C6C67C81AA91}" presName="horz1" presStyleCnt="0"/>
      <dgm:spPr/>
    </dgm:pt>
    <dgm:pt modelId="{3E021458-C32D-EB4B-88A9-EA0DEC9E242A}" type="pres">
      <dgm:prSet presAssocID="{271F511F-4B13-4B34-80B5-C6C67C81AA91}" presName="tx1" presStyleLbl="revTx" presStyleIdx="0" presStyleCnt="4"/>
      <dgm:spPr/>
    </dgm:pt>
    <dgm:pt modelId="{754FAFC3-3FAD-4E4B-A072-1F3C8647A59A}" type="pres">
      <dgm:prSet presAssocID="{271F511F-4B13-4B34-80B5-C6C67C81AA91}" presName="vert1" presStyleCnt="0"/>
      <dgm:spPr/>
    </dgm:pt>
    <dgm:pt modelId="{0942FE52-68C2-EC47-9035-A81FEC5DE545}" type="pres">
      <dgm:prSet presAssocID="{16E67DD6-DFB5-4732-8E41-D149CECE1D54}" presName="thickLine" presStyleLbl="alignNode1" presStyleIdx="1" presStyleCnt="4"/>
      <dgm:spPr/>
    </dgm:pt>
    <dgm:pt modelId="{FE3E4517-2E06-6B4F-BFB2-F87B1BD85A53}" type="pres">
      <dgm:prSet presAssocID="{16E67DD6-DFB5-4732-8E41-D149CECE1D54}" presName="horz1" presStyleCnt="0"/>
      <dgm:spPr/>
    </dgm:pt>
    <dgm:pt modelId="{C9819FD2-7377-4F43-B98E-2B9F840F8E24}" type="pres">
      <dgm:prSet presAssocID="{16E67DD6-DFB5-4732-8E41-D149CECE1D54}" presName="tx1" presStyleLbl="revTx" presStyleIdx="1" presStyleCnt="4"/>
      <dgm:spPr/>
    </dgm:pt>
    <dgm:pt modelId="{6C1C3D46-0409-A549-B061-6046EF85CBCA}" type="pres">
      <dgm:prSet presAssocID="{16E67DD6-DFB5-4732-8E41-D149CECE1D54}" presName="vert1" presStyleCnt="0"/>
      <dgm:spPr/>
    </dgm:pt>
    <dgm:pt modelId="{0A266848-B1DC-E842-BA47-5DFE377326D7}" type="pres">
      <dgm:prSet presAssocID="{2D7CAF28-8298-43A2-BAA1-6ADEE79AD068}" presName="thickLine" presStyleLbl="alignNode1" presStyleIdx="2" presStyleCnt="4"/>
      <dgm:spPr/>
    </dgm:pt>
    <dgm:pt modelId="{FBE16D33-E855-154E-A3C5-244B38C38101}" type="pres">
      <dgm:prSet presAssocID="{2D7CAF28-8298-43A2-BAA1-6ADEE79AD068}" presName="horz1" presStyleCnt="0"/>
      <dgm:spPr/>
    </dgm:pt>
    <dgm:pt modelId="{769C4939-B22C-724F-952D-85E85E9A5B59}" type="pres">
      <dgm:prSet presAssocID="{2D7CAF28-8298-43A2-BAA1-6ADEE79AD068}" presName="tx1" presStyleLbl="revTx" presStyleIdx="2" presStyleCnt="4"/>
      <dgm:spPr/>
    </dgm:pt>
    <dgm:pt modelId="{26964B7B-5AE3-7D46-AC06-6B2E4F89DDA2}" type="pres">
      <dgm:prSet presAssocID="{2D7CAF28-8298-43A2-BAA1-6ADEE79AD068}" presName="vert1" presStyleCnt="0"/>
      <dgm:spPr/>
    </dgm:pt>
    <dgm:pt modelId="{DA707754-797E-974A-B70B-DAE83CB683C6}" type="pres">
      <dgm:prSet presAssocID="{E6B92251-C7E7-413A-B76B-89174C3EE65A}" presName="thickLine" presStyleLbl="alignNode1" presStyleIdx="3" presStyleCnt="4"/>
      <dgm:spPr/>
    </dgm:pt>
    <dgm:pt modelId="{33022F33-ED92-4A4D-9999-A655C5B3E129}" type="pres">
      <dgm:prSet presAssocID="{E6B92251-C7E7-413A-B76B-89174C3EE65A}" presName="horz1" presStyleCnt="0"/>
      <dgm:spPr/>
    </dgm:pt>
    <dgm:pt modelId="{52423475-C8C5-C746-8E8D-6FB880D30828}" type="pres">
      <dgm:prSet presAssocID="{E6B92251-C7E7-413A-B76B-89174C3EE65A}" presName="tx1" presStyleLbl="revTx" presStyleIdx="3" presStyleCnt="4"/>
      <dgm:spPr/>
    </dgm:pt>
    <dgm:pt modelId="{764E99B4-E667-8846-BED6-D27F9BAEB611}" type="pres">
      <dgm:prSet presAssocID="{E6B92251-C7E7-413A-B76B-89174C3EE65A}" presName="vert1" presStyleCnt="0"/>
      <dgm:spPr/>
    </dgm:pt>
  </dgm:ptLst>
  <dgm:cxnLst>
    <dgm:cxn modelId="{4394422B-7AD2-410C-800A-B15192C45C4F}" srcId="{B9032739-EC12-405F-8126-48250B1F9E7E}" destId="{E6B92251-C7E7-413A-B76B-89174C3EE65A}" srcOrd="3" destOrd="0" parTransId="{5E7093BE-D348-4C16-AF49-0D4CE84163B4}" sibTransId="{91D53D3D-06E7-4637-8F9B-91C02DFA8A1C}"/>
    <dgm:cxn modelId="{ADE2F13D-D682-6547-814E-D3DDF569B7CA}" type="presOf" srcId="{E6B92251-C7E7-413A-B76B-89174C3EE65A}" destId="{52423475-C8C5-C746-8E8D-6FB880D30828}" srcOrd="0" destOrd="0" presId="urn:microsoft.com/office/officeart/2008/layout/LinedList"/>
    <dgm:cxn modelId="{9A409F57-3C80-465C-B59D-C51B49899BFF}" srcId="{B9032739-EC12-405F-8126-48250B1F9E7E}" destId="{16E67DD6-DFB5-4732-8E41-D149CECE1D54}" srcOrd="1" destOrd="0" parTransId="{F931FC85-D701-4F4F-BEDF-2E0B5FC3A04E}" sibTransId="{6067E0CA-E527-4BFB-98D6-971EE2103944}"/>
    <dgm:cxn modelId="{637FC389-FD71-44AB-A545-253CA253840C}" srcId="{B9032739-EC12-405F-8126-48250B1F9E7E}" destId="{271F511F-4B13-4B34-80B5-C6C67C81AA91}" srcOrd="0" destOrd="0" parTransId="{BC8E29EC-89F7-4C90-99F4-4063D5E91EA8}" sibTransId="{36DB8964-C5A0-4CC4-801C-807CB48BA1F7}"/>
    <dgm:cxn modelId="{8A898F99-45C1-204E-9586-D0148808D102}" type="presOf" srcId="{16E67DD6-DFB5-4732-8E41-D149CECE1D54}" destId="{C9819FD2-7377-4F43-B98E-2B9F840F8E24}" srcOrd="0" destOrd="0" presId="urn:microsoft.com/office/officeart/2008/layout/LinedList"/>
    <dgm:cxn modelId="{63FBC6DB-D283-E94C-83A2-4F578F384087}" type="presOf" srcId="{271F511F-4B13-4B34-80B5-C6C67C81AA91}" destId="{3E021458-C32D-EB4B-88A9-EA0DEC9E242A}" srcOrd="0" destOrd="0" presId="urn:microsoft.com/office/officeart/2008/layout/LinedList"/>
    <dgm:cxn modelId="{EEEAE3E5-DB7B-C346-8233-2072D6B480A5}" type="presOf" srcId="{B9032739-EC12-405F-8126-48250B1F9E7E}" destId="{0FC21E63-13E7-DE40-8DEE-AE27635DAB75}" srcOrd="0" destOrd="0" presId="urn:microsoft.com/office/officeart/2008/layout/LinedList"/>
    <dgm:cxn modelId="{12D8BAE9-E044-9645-9B54-C70AB00F7DCB}" type="presOf" srcId="{2D7CAF28-8298-43A2-BAA1-6ADEE79AD068}" destId="{769C4939-B22C-724F-952D-85E85E9A5B59}" srcOrd="0" destOrd="0" presId="urn:microsoft.com/office/officeart/2008/layout/LinedList"/>
    <dgm:cxn modelId="{FA820AFC-78DA-458E-A58A-DAADD937048E}" srcId="{B9032739-EC12-405F-8126-48250B1F9E7E}" destId="{2D7CAF28-8298-43A2-BAA1-6ADEE79AD068}" srcOrd="2" destOrd="0" parTransId="{B1193CCB-F3C0-4425-8366-C34B098F5455}" sibTransId="{E132739E-0931-436A-9D37-C8AD0479A9A4}"/>
    <dgm:cxn modelId="{6C458225-755E-8141-A7B7-7C779D52B80C}" type="presParOf" srcId="{0FC21E63-13E7-DE40-8DEE-AE27635DAB75}" destId="{D9A18A55-660D-484A-8146-63498A3C1C67}" srcOrd="0" destOrd="0" presId="urn:microsoft.com/office/officeart/2008/layout/LinedList"/>
    <dgm:cxn modelId="{7109C5C7-AAC9-8145-BE10-89C5DCBDF229}" type="presParOf" srcId="{0FC21E63-13E7-DE40-8DEE-AE27635DAB75}" destId="{46196B3A-DCA1-0848-9E56-945994EAE70B}" srcOrd="1" destOrd="0" presId="urn:microsoft.com/office/officeart/2008/layout/LinedList"/>
    <dgm:cxn modelId="{8A04CA6E-E99F-5D46-91A5-440AF0D677F6}" type="presParOf" srcId="{46196B3A-DCA1-0848-9E56-945994EAE70B}" destId="{3E021458-C32D-EB4B-88A9-EA0DEC9E242A}" srcOrd="0" destOrd="0" presId="urn:microsoft.com/office/officeart/2008/layout/LinedList"/>
    <dgm:cxn modelId="{FEA0B223-7A86-1340-A3E5-2431F3277853}" type="presParOf" srcId="{46196B3A-DCA1-0848-9E56-945994EAE70B}" destId="{754FAFC3-3FAD-4E4B-A072-1F3C8647A59A}" srcOrd="1" destOrd="0" presId="urn:microsoft.com/office/officeart/2008/layout/LinedList"/>
    <dgm:cxn modelId="{8B05AD22-32A2-D14F-8A94-DE00DA2B033E}" type="presParOf" srcId="{0FC21E63-13E7-DE40-8DEE-AE27635DAB75}" destId="{0942FE52-68C2-EC47-9035-A81FEC5DE545}" srcOrd="2" destOrd="0" presId="urn:microsoft.com/office/officeart/2008/layout/LinedList"/>
    <dgm:cxn modelId="{7E1EC110-8A46-7444-8494-322DF58732DA}" type="presParOf" srcId="{0FC21E63-13E7-DE40-8DEE-AE27635DAB75}" destId="{FE3E4517-2E06-6B4F-BFB2-F87B1BD85A53}" srcOrd="3" destOrd="0" presId="urn:microsoft.com/office/officeart/2008/layout/LinedList"/>
    <dgm:cxn modelId="{DD736399-0389-0144-9582-6D7EE3685DB3}" type="presParOf" srcId="{FE3E4517-2E06-6B4F-BFB2-F87B1BD85A53}" destId="{C9819FD2-7377-4F43-B98E-2B9F840F8E24}" srcOrd="0" destOrd="0" presId="urn:microsoft.com/office/officeart/2008/layout/LinedList"/>
    <dgm:cxn modelId="{32D2C724-8360-6242-BD04-F623E7D6B66B}" type="presParOf" srcId="{FE3E4517-2E06-6B4F-BFB2-F87B1BD85A53}" destId="{6C1C3D46-0409-A549-B061-6046EF85CBCA}" srcOrd="1" destOrd="0" presId="urn:microsoft.com/office/officeart/2008/layout/LinedList"/>
    <dgm:cxn modelId="{34252816-83EF-FC41-8FC3-8690650ED455}" type="presParOf" srcId="{0FC21E63-13E7-DE40-8DEE-AE27635DAB75}" destId="{0A266848-B1DC-E842-BA47-5DFE377326D7}" srcOrd="4" destOrd="0" presId="urn:microsoft.com/office/officeart/2008/layout/LinedList"/>
    <dgm:cxn modelId="{420A376C-F16C-4248-8194-D2C85177CCC0}" type="presParOf" srcId="{0FC21E63-13E7-DE40-8DEE-AE27635DAB75}" destId="{FBE16D33-E855-154E-A3C5-244B38C38101}" srcOrd="5" destOrd="0" presId="urn:microsoft.com/office/officeart/2008/layout/LinedList"/>
    <dgm:cxn modelId="{3553B278-04C9-EE4D-8F1C-572F3850D3D1}" type="presParOf" srcId="{FBE16D33-E855-154E-A3C5-244B38C38101}" destId="{769C4939-B22C-724F-952D-85E85E9A5B59}" srcOrd="0" destOrd="0" presId="urn:microsoft.com/office/officeart/2008/layout/LinedList"/>
    <dgm:cxn modelId="{93977B46-99E1-6A49-B0D2-AFF5007A19C9}" type="presParOf" srcId="{FBE16D33-E855-154E-A3C5-244B38C38101}" destId="{26964B7B-5AE3-7D46-AC06-6B2E4F89DDA2}" srcOrd="1" destOrd="0" presId="urn:microsoft.com/office/officeart/2008/layout/LinedList"/>
    <dgm:cxn modelId="{FE8DAF29-11D2-9141-B5FB-DE077A826BA8}" type="presParOf" srcId="{0FC21E63-13E7-DE40-8DEE-AE27635DAB75}" destId="{DA707754-797E-974A-B70B-DAE83CB683C6}" srcOrd="6" destOrd="0" presId="urn:microsoft.com/office/officeart/2008/layout/LinedList"/>
    <dgm:cxn modelId="{5A56496F-21FF-1440-966C-E4180FD69370}" type="presParOf" srcId="{0FC21E63-13E7-DE40-8DEE-AE27635DAB75}" destId="{33022F33-ED92-4A4D-9999-A655C5B3E129}" srcOrd="7" destOrd="0" presId="urn:microsoft.com/office/officeart/2008/layout/LinedList"/>
    <dgm:cxn modelId="{BC3EFA72-E7FA-3E4A-BD49-3ADA84B594C4}" type="presParOf" srcId="{33022F33-ED92-4A4D-9999-A655C5B3E129}" destId="{52423475-C8C5-C746-8E8D-6FB880D30828}" srcOrd="0" destOrd="0" presId="urn:microsoft.com/office/officeart/2008/layout/LinedList"/>
    <dgm:cxn modelId="{B3D461C5-90D4-DE48-A30B-EC125002328F}" type="presParOf" srcId="{33022F33-ED92-4A4D-9999-A655C5B3E129}" destId="{764E99B4-E667-8846-BED6-D27F9BAEB611}"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115501F2-8ED3-4B7F-BFE2-57CD0E6C416F}"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5348B9DE-6381-4CD0-BB51-50FC0FF7BBCE}">
      <dgm:prSet/>
      <dgm:spPr/>
      <dgm:t>
        <a:bodyPr/>
        <a:lstStyle/>
        <a:p>
          <a:r>
            <a:rPr lang="he-IL"/>
            <a:t>במהלך ניסויים עם מצלמת הרחפן התגלה כי קיים קשר בין השגיאה בגובה לבין המרחק מהתג </a:t>
          </a:r>
          <a:endParaRPr lang="en-US"/>
        </a:p>
      </dgm:t>
    </dgm:pt>
    <dgm:pt modelId="{4DD7F12A-C702-429F-BC5D-D47E4A5949CF}" type="parTrans" cxnId="{1C468135-D135-4E0A-8469-147963550846}">
      <dgm:prSet/>
      <dgm:spPr/>
      <dgm:t>
        <a:bodyPr/>
        <a:lstStyle/>
        <a:p>
          <a:endParaRPr lang="en-US"/>
        </a:p>
      </dgm:t>
    </dgm:pt>
    <dgm:pt modelId="{720C1A3A-65EB-457C-9551-A0B56AEEB39E}" type="sibTrans" cxnId="{1C468135-D135-4E0A-8469-147963550846}">
      <dgm:prSet/>
      <dgm:spPr/>
      <dgm:t>
        <a:bodyPr/>
        <a:lstStyle/>
        <a:p>
          <a:endParaRPr lang="en-US"/>
        </a:p>
      </dgm:t>
    </dgm:pt>
    <dgm:pt modelId="{D3EE18B0-5C74-42D4-A7FC-C84C3156E23C}">
      <dgm:prSet/>
      <dgm:spPr/>
      <dgm:t>
        <a:bodyPr/>
        <a:lstStyle/>
        <a:p>
          <a:r>
            <a:rPr lang="he-IL"/>
            <a:t>ניסינו למדל שגיאה זו בדרכים שונות </a:t>
          </a:r>
          <a:endParaRPr lang="en-US"/>
        </a:p>
      </dgm:t>
    </dgm:pt>
    <dgm:pt modelId="{7CDC9991-C48C-4170-AD93-5DDDCD305E83}" type="parTrans" cxnId="{F8881A9D-B774-4583-8A80-731708E981E0}">
      <dgm:prSet/>
      <dgm:spPr/>
      <dgm:t>
        <a:bodyPr/>
        <a:lstStyle/>
        <a:p>
          <a:endParaRPr lang="en-US"/>
        </a:p>
      </dgm:t>
    </dgm:pt>
    <dgm:pt modelId="{0E123404-1177-4726-B5B7-1CDDB483BBC8}" type="sibTrans" cxnId="{F8881A9D-B774-4583-8A80-731708E981E0}">
      <dgm:prSet/>
      <dgm:spPr/>
      <dgm:t>
        <a:bodyPr/>
        <a:lstStyle/>
        <a:p>
          <a:endParaRPr lang="en-US"/>
        </a:p>
      </dgm:t>
    </dgm:pt>
    <dgm:pt modelId="{4062A745-9675-4D96-9CD9-E5E791157ED2}">
      <dgm:prSet/>
      <dgm:spPr/>
      <dgm:t>
        <a:bodyPr/>
        <a:lstStyle/>
        <a:p>
          <a:r>
            <a:rPr lang="he-IL"/>
            <a:t>ראשית, ניסינו למדל את השגיאה באופן טריגונומטרי על ידי חישוב הגובה האמיתי בעזרת מרחקים אחרים וזוויות נתונות שהיו נתונים לנו</a:t>
          </a:r>
          <a:endParaRPr lang="en-US"/>
        </a:p>
      </dgm:t>
    </dgm:pt>
    <dgm:pt modelId="{5D8D242A-291F-4B39-8D41-A4566748004A}" type="parTrans" cxnId="{A536E177-87E9-4F62-938D-D0E89CA52CB0}">
      <dgm:prSet/>
      <dgm:spPr/>
      <dgm:t>
        <a:bodyPr/>
        <a:lstStyle/>
        <a:p>
          <a:endParaRPr lang="en-US"/>
        </a:p>
      </dgm:t>
    </dgm:pt>
    <dgm:pt modelId="{965C68A4-5121-439A-B17F-A8799EAEA278}" type="sibTrans" cxnId="{A536E177-87E9-4F62-938D-D0E89CA52CB0}">
      <dgm:prSet/>
      <dgm:spPr/>
      <dgm:t>
        <a:bodyPr/>
        <a:lstStyle/>
        <a:p>
          <a:endParaRPr lang="en-US"/>
        </a:p>
      </dgm:t>
    </dgm:pt>
    <dgm:pt modelId="{D688340C-FDEB-4AAB-B071-BDB9877944B6}">
      <dgm:prSet/>
      <dgm:spPr/>
      <dgm:t>
        <a:bodyPr/>
        <a:lstStyle/>
        <a:p>
          <a:r>
            <a:rPr lang="he-IL"/>
            <a:t>חישוב זה התגלה כלא מהימן ולכן ניסינו לגשת לפתרון בגישה אחרת </a:t>
          </a:r>
          <a:endParaRPr lang="en-US"/>
        </a:p>
      </dgm:t>
    </dgm:pt>
    <dgm:pt modelId="{944DF6BC-2009-44C9-9A98-13E10EBF4398}" type="parTrans" cxnId="{37ABA8A0-22C1-4FC1-B8FC-2236B260320A}">
      <dgm:prSet/>
      <dgm:spPr/>
      <dgm:t>
        <a:bodyPr/>
        <a:lstStyle/>
        <a:p>
          <a:endParaRPr lang="en-US"/>
        </a:p>
      </dgm:t>
    </dgm:pt>
    <dgm:pt modelId="{713DA089-4678-4FCB-988D-315B3218505F}" type="sibTrans" cxnId="{37ABA8A0-22C1-4FC1-B8FC-2236B260320A}">
      <dgm:prSet/>
      <dgm:spPr/>
      <dgm:t>
        <a:bodyPr/>
        <a:lstStyle/>
        <a:p>
          <a:endParaRPr lang="en-US"/>
        </a:p>
      </dgm:t>
    </dgm:pt>
    <dgm:pt modelId="{EE3A2FEE-27AF-4F7F-83DF-AF27FC27E30E}" type="pres">
      <dgm:prSet presAssocID="{115501F2-8ED3-4B7F-BFE2-57CD0E6C416F}" presName="root" presStyleCnt="0">
        <dgm:presLayoutVars>
          <dgm:dir/>
          <dgm:resizeHandles val="exact"/>
        </dgm:presLayoutVars>
      </dgm:prSet>
      <dgm:spPr/>
    </dgm:pt>
    <dgm:pt modelId="{4DCA787E-FEA5-4EC4-823C-12A3B4A98348}" type="pres">
      <dgm:prSet presAssocID="{5348B9DE-6381-4CD0-BB51-50FC0FF7BBCE}" presName="compNode" presStyleCnt="0"/>
      <dgm:spPr/>
    </dgm:pt>
    <dgm:pt modelId="{F2F94166-97F3-46A0-B591-FCFC7A72D5C4}" type="pres">
      <dgm:prSet presAssocID="{5348B9DE-6381-4CD0-BB51-50FC0FF7BBCE}" presName="bgRect" presStyleLbl="bgShp" presStyleIdx="0" presStyleCnt="4"/>
      <dgm:spPr/>
    </dgm:pt>
    <dgm:pt modelId="{0A5D4CA2-F4B3-42E3-AD9B-832503B197CB}" type="pres">
      <dgm:prSet presAssocID="{5348B9DE-6381-4CD0-BB51-50FC0FF7BBCE}"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מיקרוסקופ"/>
        </a:ext>
      </dgm:extLst>
    </dgm:pt>
    <dgm:pt modelId="{EDFF1801-033D-4F89-A693-17F44D5A80B6}" type="pres">
      <dgm:prSet presAssocID="{5348B9DE-6381-4CD0-BB51-50FC0FF7BBCE}" presName="spaceRect" presStyleCnt="0"/>
      <dgm:spPr/>
    </dgm:pt>
    <dgm:pt modelId="{99929D45-7FFB-4242-8380-36E3269DEB9B}" type="pres">
      <dgm:prSet presAssocID="{5348B9DE-6381-4CD0-BB51-50FC0FF7BBCE}" presName="parTx" presStyleLbl="revTx" presStyleIdx="0" presStyleCnt="4">
        <dgm:presLayoutVars>
          <dgm:chMax val="0"/>
          <dgm:chPref val="0"/>
        </dgm:presLayoutVars>
      </dgm:prSet>
      <dgm:spPr/>
    </dgm:pt>
    <dgm:pt modelId="{B7CF28FA-F7F4-4E36-8BCC-97FF1FB48655}" type="pres">
      <dgm:prSet presAssocID="{720C1A3A-65EB-457C-9551-A0B56AEEB39E}" presName="sibTrans" presStyleCnt="0"/>
      <dgm:spPr/>
    </dgm:pt>
    <dgm:pt modelId="{9B3C6105-CFD9-483B-8BBA-6610CBC26E9C}" type="pres">
      <dgm:prSet presAssocID="{D3EE18B0-5C74-42D4-A7FC-C84C3156E23C}" presName="compNode" presStyleCnt="0"/>
      <dgm:spPr/>
    </dgm:pt>
    <dgm:pt modelId="{261F8141-4E5F-402C-888F-E7B8342EE018}" type="pres">
      <dgm:prSet presAssocID="{D3EE18B0-5C74-42D4-A7FC-C84C3156E23C}" presName="bgRect" presStyleLbl="bgShp" presStyleIdx="1" presStyleCnt="4"/>
      <dgm:spPr/>
    </dgm:pt>
    <dgm:pt modelId="{29E8AE70-B9B6-4CC1-BF99-641DA4BE525A}" type="pres">
      <dgm:prSet presAssocID="{D3EE18B0-5C74-42D4-A7FC-C84C3156E23C}"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סימן ביקורת"/>
        </a:ext>
      </dgm:extLst>
    </dgm:pt>
    <dgm:pt modelId="{241DC185-0836-45BB-A081-D3649B8D803B}" type="pres">
      <dgm:prSet presAssocID="{D3EE18B0-5C74-42D4-A7FC-C84C3156E23C}" presName="spaceRect" presStyleCnt="0"/>
      <dgm:spPr/>
    </dgm:pt>
    <dgm:pt modelId="{A0E2EF32-C45A-483E-9B69-2784BD2CB4FF}" type="pres">
      <dgm:prSet presAssocID="{D3EE18B0-5C74-42D4-A7FC-C84C3156E23C}" presName="parTx" presStyleLbl="revTx" presStyleIdx="1" presStyleCnt="4">
        <dgm:presLayoutVars>
          <dgm:chMax val="0"/>
          <dgm:chPref val="0"/>
        </dgm:presLayoutVars>
      </dgm:prSet>
      <dgm:spPr/>
    </dgm:pt>
    <dgm:pt modelId="{1D5D24F7-6BD7-4258-9AB6-0B207A0BA072}" type="pres">
      <dgm:prSet presAssocID="{0E123404-1177-4726-B5B7-1CDDB483BBC8}" presName="sibTrans" presStyleCnt="0"/>
      <dgm:spPr/>
    </dgm:pt>
    <dgm:pt modelId="{117BA2CE-E35A-4C76-BE70-D548511EA7FD}" type="pres">
      <dgm:prSet presAssocID="{4062A745-9675-4D96-9CD9-E5E791157ED2}" presName="compNode" presStyleCnt="0"/>
      <dgm:spPr/>
    </dgm:pt>
    <dgm:pt modelId="{D5A28E32-C7BD-451C-ABE4-F7487DEABDF3}" type="pres">
      <dgm:prSet presAssocID="{4062A745-9675-4D96-9CD9-E5E791157ED2}" presName="bgRect" presStyleLbl="bgShp" presStyleIdx="2" presStyleCnt="4"/>
      <dgm:spPr/>
    </dgm:pt>
    <dgm:pt modelId="{AC03FFBD-7FC2-4B8A-8ECD-5EC8F665F8DD}" type="pres">
      <dgm:prSet presAssocID="{4062A745-9675-4D96-9CD9-E5E791157ED2}"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מחשבון"/>
        </a:ext>
      </dgm:extLst>
    </dgm:pt>
    <dgm:pt modelId="{280C5BEE-02F4-465C-8569-6EC3B0EE29D4}" type="pres">
      <dgm:prSet presAssocID="{4062A745-9675-4D96-9CD9-E5E791157ED2}" presName="spaceRect" presStyleCnt="0"/>
      <dgm:spPr/>
    </dgm:pt>
    <dgm:pt modelId="{85191AF2-2B17-4254-A743-DA385C492AD8}" type="pres">
      <dgm:prSet presAssocID="{4062A745-9675-4D96-9CD9-E5E791157ED2}" presName="parTx" presStyleLbl="revTx" presStyleIdx="2" presStyleCnt="4">
        <dgm:presLayoutVars>
          <dgm:chMax val="0"/>
          <dgm:chPref val="0"/>
        </dgm:presLayoutVars>
      </dgm:prSet>
      <dgm:spPr/>
    </dgm:pt>
    <dgm:pt modelId="{58EF800B-60A7-457C-B02D-6300A7931ACA}" type="pres">
      <dgm:prSet presAssocID="{965C68A4-5121-439A-B17F-A8799EAEA278}" presName="sibTrans" presStyleCnt="0"/>
      <dgm:spPr/>
    </dgm:pt>
    <dgm:pt modelId="{95E98309-2DD7-4D2B-908B-F49ACFD3F704}" type="pres">
      <dgm:prSet presAssocID="{D688340C-FDEB-4AAB-B071-BDB9877944B6}" presName="compNode" presStyleCnt="0"/>
      <dgm:spPr/>
    </dgm:pt>
    <dgm:pt modelId="{D61AA131-A09A-4C8C-B4A6-F5C9E32892B7}" type="pres">
      <dgm:prSet presAssocID="{D688340C-FDEB-4AAB-B071-BDB9877944B6}" presName="bgRect" presStyleLbl="bgShp" presStyleIdx="3" presStyleCnt="4"/>
      <dgm:spPr/>
    </dgm:pt>
    <dgm:pt modelId="{7EC2A9A1-5A98-4323-A597-694882B7FC74}" type="pres">
      <dgm:prSet presAssocID="{D688340C-FDEB-4AAB-B071-BDB9877944B6}"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Scales of Justice"/>
        </a:ext>
      </dgm:extLst>
    </dgm:pt>
    <dgm:pt modelId="{06F8EB66-61B3-4465-91E2-F33F422F04F7}" type="pres">
      <dgm:prSet presAssocID="{D688340C-FDEB-4AAB-B071-BDB9877944B6}" presName="spaceRect" presStyleCnt="0"/>
      <dgm:spPr/>
    </dgm:pt>
    <dgm:pt modelId="{48ABAD78-ED2C-45F1-8E7D-9787FF457E5A}" type="pres">
      <dgm:prSet presAssocID="{D688340C-FDEB-4AAB-B071-BDB9877944B6}" presName="parTx" presStyleLbl="revTx" presStyleIdx="3" presStyleCnt="4">
        <dgm:presLayoutVars>
          <dgm:chMax val="0"/>
          <dgm:chPref val="0"/>
        </dgm:presLayoutVars>
      </dgm:prSet>
      <dgm:spPr/>
    </dgm:pt>
  </dgm:ptLst>
  <dgm:cxnLst>
    <dgm:cxn modelId="{1C468135-D135-4E0A-8469-147963550846}" srcId="{115501F2-8ED3-4B7F-BFE2-57CD0E6C416F}" destId="{5348B9DE-6381-4CD0-BB51-50FC0FF7BBCE}" srcOrd="0" destOrd="0" parTransId="{4DD7F12A-C702-429F-BC5D-D47E4A5949CF}" sibTransId="{720C1A3A-65EB-457C-9551-A0B56AEEB39E}"/>
    <dgm:cxn modelId="{050BA53C-7B32-4914-BBFA-F39D4418397B}" type="presOf" srcId="{5348B9DE-6381-4CD0-BB51-50FC0FF7BBCE}" destId="{99929D45-7FFB-4242-8380-36E3269DEB9B}" srcOrd="0" destOrd="0" presId="urn:microsoft.com/office/officeart/2018/2/layout/IconVerticalSolidList"/>
    <dgm:cxn modelId="{A536E177-87E9-4F62-938D-D0E89CA52CB0}" srcId="{115501F2-8ED3-4B7F-BFE2-57CD0E6C416F}" destId="{4062A745-9675-4D96-9CD9-E5E791157ED2}" srcOrd="2" destOrd="0" parTransId="{5D8D242A-291F-4B39-8D41-A4566748004A}" sibTransId="{965C68A4-5121-439A-B17F-A8799EAEA278}"/>
    <dgm:cxn modelId="{4595738A-119F-4A59-BCBD-301B909AEE93}" type="presOf" srcId="{D688340C-FDEB-4AAB-B071-BDB9877944B6}" destId="{48ABAD78-ED2C-45F1-8E7D-9787FF457E5A}" srcOrd="0" destOrd="0" presId="urn:microsoft.com/office/officeart/2018/2/layout/IconVerticalSolidList"/>
    <dgm:cxn modelId="{0863D390-6443-44C7-987B-2E1D56B32BA9}" type="presOf" srcId="{4062A745-9675-4D96-9CD9-E5E791157ED2}" destId="{85191AF2-2B17-4254-A743-DA385C492AD8}" srcOrd="0" destOrd="0" presId="urn:microsoft.com/office/officeart/2018/2/layout/IconVerticalSolidList"/>
    <dgm:cxn modelId="{57560D94-CA7A-4FDD-B587-7E54A3E2A64E}" type="presOf" srcId="{D3EE18B0-5C74-42D4-A7FC-C84C3156E23C}" destId="{A0E2EF32-C45A-483E-9B69-2784BD2CB4FF}" srcOrd="0" destOrd="0" presId="urn:microsoft.com/office/officeart/2018/2/layout/IconVerticalSolidList"/>
    <dgm:cxn modelId="{F8881A9D-B774-4583-8A80-731708E981E0}" srcId="{115501F2-8ED3-4B7F-BFE2-57CD0E6C416F}" destId="{D3EE18B0-5C74-42D4-A7FC-C84C3156E23C}" srcOrd="1" destOrd="0" parTransId="{7CDC9991-C48C-4170-AD93-5DDDCD305E83}" sibTransId="{0E123404-1177-4726-B5B7-1CDDB483BBC8}"/>
    <dgm:cxn modelId="{37ABA8A0-22C1-4FC1-B8FC-2236B260320A}" srcId="{115501F2-8ED3-4B7F-BFE2-57CD0E6C416F}" destId="{D688340C-FDEB-4AAB-B071-BDB9877944B6}" srcOrd="3" destOrd="0" parTransId="{944DF6BC-2009-44C9-9A98-13E10EBF4398}" sibTransId="{713DA089-4678-4FCB-988D-315B3218505F}"/>
    <dgm:cxn modelId="{3E76C6F7-4C5A-4D07-8247-E51E2B96E279}" type="presOf" srcId="{115501F2-8ED3-4B7F-BFE2-57CD0E6C416F}" destId="{EE3A2FEE-27AF-4F7F-83DF-AF27FC27E30E}" srcOrd="0" destOrd="0" presId="urn:microsoft.com/office/officeart/2018/2/layout/IconVerticalSolidList"/>
    <dgm:cxn modelId="{35BF3D9A-FD60-4BD2-B7F5-2DA5EE8DB459}" type="presParOf" srcId="{EE3A2FEE-27AF-4F7F-83DF-AF27FC27E30E}" destId="{4DCA787E-FEA5-4EC4-823C-12A3B4A98348}" srcOrd="0" destOrd="0" presId="urn:microsoft.com/office/officeart/2018/2/layout/IconVerticalSolidList"/>
    <dgm:cxn modelId="{524F35C2-F451-4918-8B89-1D264F78A838}" type="presParOf" srcId="{4DCA787E-FEA5-4EC4-823C-12A3B4A98348}" destId="{F2F94166-97F3-46A0-B591-FCFC7A72D5C4}" srcOrd="0" destOrd="0" presId="urn:microsoft.com/office/officeart/2018/2/layout/IconVerticalSolidList"/>
    <dgm:cxn modelId="{64FDA1CF-53A7-4F5E-A7D0-864006310BA8}" type="presParOf" srcId="{4DCA787E-FEA5-4EC4-823C-12A3B4A98348}" destId="{0A5D4CA2-F4B3-42E3-AD9B-832503B197CB}" srcOrd="1" destOrd="0" presId="urn:microsoft.com/office/officeart/2018/2/layout/IconVerticalSolidList"/>
    <dgm:cxn modelId="{0D4255D5-C328-4F6D-965F-9E75491C805D}" type="presParOf" srcId="{4DCA787E-FEA5-4EC4-823C-12A3B4A98348}" destId="{EDFF1801-033D-4F89-A693-17F44D5A80B6}" srcOrd="2" destOrd="0" presId="urn:microsoft.com/office/officeart/2018/2/layout/IconVerticalSolidList"/>
    <dgm:cxn modelId="{B935620D-D173-4471-8332-597DD0D301E4}" type="presParOf" srcId="{4DCA787E-FEA5-4EC4-823C-12A3B4A98348}" destId="{99929D45-7FFB-4242-8380-36E3269DEB9B}" srcOrd="3" destOrd="0" presId="urn:microsoft.com/office/officeart/2018/2/layout/IconVerticalSolidList"/>
    <dgm:cxn modelId="{D2E7C022-851C-459B-82C3-84E93CCF771B}" type="presParOf" srcId="{EE3A2FEE-27AF-4F7F-83DF-AF27FC27E30E}" destId="{B7CF28FA-F7F4-4E36-8BCC-97FF1FB48655}" srcOrd="1" destOrd="0" presId="urn:microsoft.com/office/officeart/2018/2/layout/IconVerticalSolidList"/>
    <dgm:cxn modelId="{5AAF5D32-2828-40F4-8E05-A47D218B31E5}" type="presParOf" srcId="{EE3A2FEE-27AF-4F7F-83DF-AF27FC27E30E}" destId="{9B3C6105-CFD9-483B-8BBA-6610CBC26E9C}" srcOrd="2" destOrd="0" presId="urn:microsoft.com/office/officeart/2018/2/layout/IconVerticalSolidList"/>
    <dgm:cxn modelId="{73454BA7-CE88-4E06-A87B-A74D5F6DB1FA}" type="presParOf" srcId="{9B3C6105-CFD9-483B-8BBA-6610CBC26E9C}" destId="{261F8141-4E5F-402C-888F-E7B8342EE018}" srcOrd="0" destOrd="0" presId="urn:microsoft.com/office/officeart/2018/2/layout/IconVerticalSolidList"/>
    <dgm:cxn modelId="{60A38AA0-D255-4ED2-8461-78D27B1C9F9C}" type="presParOf" srcId="{9B3C6105-CFD9-483B-8BBA-6610CBC26E9C}" destId="{29E8AE70-B9B6-4CC1-BF99-641DA4BE525A}" srcOrd="1" destOrd="0" presId="urn:microsoft.com/office/officeart/2018/2/layout/IconVerticalSolidList"/>
    <dgm:cxn modelId="{B9B308B5-FAC2-4C14-81B4-9C5D157E386A}" type="presParOf" srcId="{9B3C6105-CFD9-483B-8BBA-6610CBC26E9C}" destId="{241DC185-0836-45BB-A081-D3649B8D803B}" srcOrd="2" destOrd="0" presId="urn:microsoft.com/office/officeart/2018/2/layout/IconVerticalSolidList"/>
    <dgm:cxn modelId="{5EB1D9CA-2511-4E88-AA6C-F2DBB70A848C}" type="presParOf" srcId="{9B3C6105-CFD9-483B-8BBA-6610CBC26E9C}" destId="{A0E2EF32-C45A-483E-9B69-2784BD2CB4FF}" srcOrd="3" destOrd="0" presId="urn:microsoft.com/office/officeart/2018/2/layout/IconVerticalSolidList"/>
    <dgm:cxn modelId="{EEB93670-B7B5-4C8A-8784-4D53A1DDE878}" type="presParOf" srcId="{EE3A2FEE-27AF-4F7F-83DF-AF27FC27E30E}" destId="{1D5D24F7-6BD7-4258-9AB6-0B207A0BA072}" srcOrd="3" destOrd="0" presId="urn:microsoft.com/office/officeart/2018/2/layout/IconVerticalSolidList"/>
    <dgm:cxn modelId="{256146D3-21BD-4AF2-8199-120B7E4D5B87}" type="presParOf" srcId="{EE3A2FEE-27AF-4F7F-83DF-AF27FC27E30E}" destId="{117BA2CE-E35A-4C76-BE70-D548511EA7FD}" srcOrd="4" destOrd="0" presId="urn:microsoft.com/office/officeart/2018/2/layout/IconVerticalSolidList"/>
    <dgm:cxn modelId="{CB366A36-B4A9-4120-8143-DD633277150C}" type="presParOf" srcId="{117BA2CE-E35A-4C76-BE70-D548511EA7FD}" destId="{D5A28E32-C7BD-451C-ABE4-F7487DEABDF3}" srcOrd="0" destOrd="0" presId="urn:microsoft.com/office/officeart/2018/2/layout/IconVerticalSolidList"/>
    <dgm:cxn modelId="{54126BC4-D13A-46BF-9B9E-7C0182E895EB}" type="presParOf" srcId="{117BA2CE-E35A-4C76-BE70-D548511EA7FD}" destId="{AC03FFBD-7FC2-4B8A-8ECD-5EC8F665F8DD}" srcOrd="1" destOrd="0" presId="urn:microsoft.com/office/officeart/2018/2/layout/IconVerticalSolidList"/>
    <dgm:cxn modelId="{0A5BD679-95BB-4F7F-BE83-B9CEE936EA4A}" type="presParOf" srcId="{117BA2CE-E35A-4C76-BE70-D548511EA7FD}" destId="{280C5BEE-02F4-465C-8569-6EC3B0EE29D4}" srcOrd="2" destOrd="0" presId="urn:microsoft.com/office/officeart/2018/2/layout/IconVerticalSolidList"/>
    <dgm:cxn modelId="{B5A835AB-5CA2-401E-843B-B4ABE3F9A64B}" type="presParOf" srcId="{117BA2CE-E35A-4C76-BE70-D548511EA7FD}" destId="{85191AF2-2B17-4254-A743-DA385C492AD8}" srcOrd="3" destOrd="0" presId="urn:microsoft.com/office/officeart/2018/2/layout/IconVerticalSolidList"/>
    <dgm:cxn modelId="{B950D153-7008-441F-930C-52A110C012C8}" type="presParOf" srcId="{EE3A2FEE-27AF-4F7F-83DF-AF27FC27E30E}" destId="{58EF800B-60A7-457C-B02D-6300A7931ACA}" srcOrd="5" destOrd="0" presId="urn:microsoft.com/office/officeart/2018/2/layout/IconVerticalSolidList"/>
    <dgm:cxn modelId="{DC96EBF7-C1A7-446A-A4B1-8DEF3E32FFFB}" type="presParOf" srcId="{EE3A2FEE-27AF-4F7F-83DF-AF27FC27E30E}" destId="{95E98309-2DD7-4D2B-908B-F49ACFD3F704}" srcOrd="6" destOrd="0" presId="urn:microsoft.com/office/officeart/2018/2/layout/IconVerticalSolidList"/>
    <dgm:cxn modelId="{863BF7DF-6306-41BB-8ABB-B200A5E068F2}" type="presParOf" srcId="{95E98309-2DD7-4D2B-908B-F49ACFD3F704}" destId="{D61AA131-A09A-4C8C-B4A6-F5C9E32892B7}" srcOrd="0" destOrd="0" presId="urn:microsoft.com/office/officeart/2018/2/layout/IconVerticalSolidList"/>
    <dgm:cxn modelId="{2EE32C9B-2829-427B-8490-7C88B1ADB8E4}" type="presParOf" srcId="{95E98309-2DD7-4D2B-908B-F49ACFD3F704}" destId="{7EC2A9A1-5A98-4323-A597-694882B7FC74}" srcOrd="1" destOrd="0" presId="urn:microsoft.com/office/officeart/2018/2/layout/IconVerticalSolidList"/>
    <dgm:cxn modelId="{07FB85AC-B0E9-4147-A768-662D87D95029}" type="presParOf" srcId="{95E98309-2DD7-4D2B-908B-F49ACFD3F704}" destId="{06F8EB66-61B3-4465-91E2-F33F422F04F7}" srcOrd="2" destOrd="0" presId="urn:microsoft.com/office/officeart/2018/2/layout/IconVerticalSolidList"/>
    <dgm:cxn modelId="{A4B04BE6-CA42-4491-8E88-194D4FAEEAAB}" type="presParOf" srcId="{95E98309-2DD7-4D2B-908B-F49ACFD3F704}" destId="{48ABAD78-ED2C-45F1-8E7D-9787FF457E5A}"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C069A79-CEE0-7948-AAA9-0B771D92A6D6}">
      <dsp:nvSpPr>
        <dsp:cNvPr id="0" name=""/>
        <dsp:cNvSpPr/>
      </dsp:nvSpPr>
      <dsp:spPr>
        <a:xfrm>
          <a:off x="0" y="24367"/>
          <a:ext cx="5457824" cy="1042470"/>
        </a:xfrm>
        <a:prstGeom prst="round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he-IL" sz="2700" kern="1200"/>
            <a:t>סביבת עבודה מבוזרת המתאימה למספר מתכנתים</a:t>
          </a:r>
          <a:endParaRPr lang="en-US" sz="2700" kern="1200"/>
        </a:p>
      </dsp:txBody>
      <dsp:txXfrm>
        <a:off x="50889" y="75256"/>
        <a:ext cx="5356046" cy="940692"/>
      </dsp:txXfrm>
    </dsp:sp>
    <dsp:sp modelId="{77317492-D89F-1C4D-A87A-2C1CB3BBBDDC}">
      <dsp:nvSpPr>
        <dsp:cNvPr id="0" name=""/>
        <dsp:cNvSpPr/>
      </dsp:nvSpPr>
      <dsp:spPr>
        <a:xfrm>
          <a:off x="0" y="1144597"/>
          <a:ext cx="5457824" cy="1042470"/>
        </a:xfrm>
        <a:prstGeom prst="roundRect">
          <a:avLst/>
        </a:prstGeom>
        <a:solidFill>
          <a:schemeClr val="accent5">
            <a:hueOff val="-1689636"/>
            <a:satOff val="-4355"/>
            <a:lumOff val="-2941"/>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he-IL" sz="2700" kern="1200"/>
            <a:t>סביבת עבודה אחידה לכל רובוט הנתמך</a:t>
          </a:r>
          <a:endParaRPr lang="en-US" sz="2700" kern="1200"/>
        </a:p>
      </dsp:txBody>
      <dsp:txXfrm>
        <a:off x="50889" y="1195486"/>
        <a:ext cx="5356046" cy="940692"/>
      </dsp:txXfrm>
    </dsp:sp>
    <dsp:sp modelId="{7E3A8651-FE2C-844C-9AD2-B62311A58669}">
      <dsp:nvSpPr>
        <dsp:cNvPr id="0" name=""/>
        <dsp:cNvSpPr/>
      </dsp:nvSpPr>
      <dsp:spPr>
        <a:xfrm>
          <a:off x="0" y="2264827"/>
          <a:ext cx="5457824" cy="1042470"/>
        </a:xfrm>
        <a:prstGeom prst="roundRect">
          <a:avLst/>
        </a:prstGeom>
        <a:solidFill>
          <a:schemeClr val="accent5">
            <a:hueOff val="-3379271"/>
            <a:satOff val="-8710"/>
            <a:lumOff val="-588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he-IL" sz="2700" kern="1200"/>
            <a:t>תמיכה רחבה בהרחבות </a:t>
          </a:r>
          <a:endParaRPr lang="en-US" sz="2700" kern="1200"/>
        </a:p>
      </dsp:txBody>
      <dsp:txXfrm>
        <a:off x="50889" y="2315716"/>
        <a:ext cx="5356046" cy="940692"/>
      </dsp:txXfrm>
    </dsp:sp>
    <dsp:sp modelId="{0C75BC50-A646-F94F-B3C1-D4D08F813929}">
      <dsp:nvSpPr>
        <dsp:cNvPr id="0" name=""/>
        <dsp:cNvSpPr/>
      </dsp:nvSpPr>
      <dsp:spPr>
        <a:xfrm>
          <a:off x="0" y="3385057"/>
          <a:ext cx="5457824" cy="1042470"/>
        </a:xfrm>
        <a:prstGeom prst="roundRect">
          <a:avLst/>
        </a:prstGeom>
        <a:solidFill>
          <a:schemeClr val="accent5">
            <a:hueOff val="-5068907"/>
            <a:satOff val="-13064"/>
            <a:lumOff val="-882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he-IL" sz="2700" kern="1200"/>
            <a:t>מאפשר לחלק את התוכנית ליחידות קטנות</a:t>
          </a:r>
          <a:endParaRPr lang="en-US" sz="2700" kern="1200"/>
        </a:p>
      </dsp:txBody>
      <dsp:txXfrm>
        <a:off x="50889" y="3435946"/>
        <a:ext cx="5356046" cy="940692"/>
      </dsp:txXfrm>
    </dsp:sp>
    <dsp:sp modelId="{82522F01-AB01-EC45-AC43-601692C6D149}">
      <dsp:nvSpPr>
        <dsp:cNvPr id="0" name=""/>
        <dsp:cNvSpPr/>
      </dsp:nvSpPr>
      <dsp:spPr>
        <a:xfrm>
          <a:off x="0" y="4505287"/>
          <a:ext cx="5457824" cy="1042470"/>
        </a:xfrm>
        <a:prstGeom prst="roundRect">
          <a:avLst/>
        </a:prstGeom>
        <a:solidFill>
          <a:schemeClr val="accent5">
            <a:hueOff val="-6758543"/>
            <a:satOff val="-17419"/>
            <a:lumOff val="-1176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he-IL" sz="2700" kern="1200"/>
            <a:t>יחידות אלה יכולות להיכתב בשפות תכנות שונות </a:t>
          </a:r>
          <a:endParaRPr lang="en-US" sz="2700" kern="1200"/>
        </a:p>
      </dsp:txBody>
      <dsp:txXfrm>
        <a:off x="50889" y="4556176"/>
        <a:ext cx="5356046" cy="94069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F3FA853-B197-6849-A704-EF5EE16EC00B}">
      <dsp:nvSpPr>
        <dsp:cNvPr id="0" name=""/>
        <dsp:cNvSpPr/>
      </dsp:nvSpPr>
      <dsp:spPr>
        <a:xfrm>
          <a:off x="2767295" y="712675"/>
          <a:ext cx="548545" cy="91440"/>
        </a:xfrm>
        <a:custGeom>
          <a:avLst/>
          <a:gdLst/>
          <a:ahLst/>
          <a:cxnLst/>
          <a:rect l="0" t="0" r="0" b="0"/>
          <a:pathLst>
            <a:path>
              <a:moveTo>
                <a:pt x="0" y="45720"/>
              </a:moveTo>
              <a:lnTo>
                <a:pt x="548545" y="45720"/>
              </a:lnTo>
            </a:path>
          </a:pathLst>
        </a:custGeom>
        <a:noFill/>
        <a:ln w="6350" cap="flat" cmpd="sng" algn="ctr">
          <a:solidFill>
            <a:schemeClr val="accent2">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027089" y="755499"/>
        <a:ext cx="28957" cy="5791"/>
      </dsp:txXfrm>
    </dsp:sp>
    <dsp:sp modelId="{0F20C492-531F-714B-B867-86F55CAA58A5}">
      <dsp:nvSpPr>
        <dsp:cNvPr id="0" name=""/>
        <dsp:cNvSpPr/>
      </dsp:nvSpPr>
      <dsp:spPr>
        <a:xfrm>
          <a:off x="251070" y="2988"/>
          <a:ext cx="2518024" cy="1510814"/>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3385" tIns="129515" rIns="123385" bIns="129515" numCol="1" spcCol="1270" anchor="ctr" anchorCtr="0">
          <a:noAutofit/>
        </a:bodyPr>
        <a:lstStyle/>
        <a:p>
          <a:pPr marL="0" lvl="0" indent="0" algn="ctr" defTabSz="755650">
            <a:lnSpc>
              <a:spcPct val="90000"/>
            </a:lnSpc>
            <a:spcBef>
              <a:spcPct val="0"/>
            </a:spcBef>
            <a:spcAft>
              <a:spcPct val="35000"/>
            </a:spcAft>
            <a:buNone/>
          </a:pPr>
          <a:r>
            <a:rPr lang="he-IL" sz="1700" kern="1200"/>
            <a:t>רצינו אתגר מסוג חדש</a:t>
          </a:r>
          <a:endParaRPr lang="en-US" sz="1700" kern="1200"/>
        </a:p>
      </dsp:txBody>
      <dsp:txXfrm>
        <a:off x="251070" y="2988"/>
        <a:ext cx="2518024" cy="1510814"/>
      </dsp:txXfrm>
    </dsp:sp>
    <dsp:sp modelId="{489B2B64-1104-CF4E-8ECE-5349C398613C}">
      <dsp:nvSpPr>
        <dsp:cNvPr id="0" name=""/>
        <dsp:cNvSpPr/>
      </dsp:nvSpPr>
      <dsp:spPr>
        <a:xfrm>
          <a:off x="1510082" y="1512002"/>
          <a:ext cx="3097170" cy="548545"/>
        </a:xfrm>
        <a:custGeom>
          <a:avLst/>
          <a:gdLst/>
          <a:ahLst/>
          <a:cxnLst/>
          <a:rect l="0" t="0" r="0" b="0"/>
          <a:pathLst>
            <a:path>
              <a:moveTo>
                <a:pt x="3097170" y="0"/>
              </a:moveTo>
              <a:lnTo>
                <a:pt x="3097170" y="291372"/>
              </a:lnTo>
              <a:lnTo>
                <a:pt x="0" y="291372"/>
              </a:lnTo>
              <a:lnTo>
                <a:pt x="0" y="548545"/>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979896" y="1783380"/>
        <a:ext cx="157542" cy="5791"/>
      </dsp:txXfrm>
    </dsp:sp>
    <dsp:sp modelId="{AE2A63B6-1545-7842-BAE0-F7416B05E383}">
      <dsp:nvSpPr>
        <dsp:cNvPr id="0" name=""/>
        <dsp:cNvSpPr/>
      </dsp:nvSpPr>
      <dsp:spPr>
        <a:xfrm>
          <a:off x="3348240" y="2988"/>
          <a:ext cx="2518024" cy="1510814"/>
        </a:xfrm>
        <a:prstGeom prst="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3385" tIns="129515" rIns="123385" bIns="129515" numCol="1" spcCol="1270" anchor="ctr" anchorCtr="0">
          <a:noAutofit/>
        </a:bodyPr>
        <a:lstStyle/>
        <a:p>
          <a:pPr marL="0" lvl="0" indent="0" algn="ctr" defTabSz="755650">
            <a:lnSpc>
              <a:spcPct val="90000"/>
            </a:lnSpc>
            <a:spcBef>
              <a:spcPct val="0"/>
            </a:spcBef>
            <a:spcAft>
              <a:spcPct val="35000"/>
            </a:spcAft>
            <a:buNone/>
          </a:pPr>
          <a:r>
            <a:rPr lang="he-IL" sz="1700" kern="1200"/>
            <a:t>לא הכרנו תחום זה בעבר </a:t>
          </a:r>
          <a:endParaRPr lang="en-US" sz="1700" kern="1200"/>
        </a:p>
      </dsp:txBody>
      <dsp:txXfrm>
        <a:off x="3348240" y="2988"/>
        <a:ext cx="2518024" cy="1510814"/>
      </dsp:txXfrm>
    </dsp:sp>
    <dsp:sp modelId="{67F68901-6451-5448-990A-6A20D8071E64}">
      <dsp:nvSpPr>
        <dsp:cNvPr id="0" name=""/>
        <dsp:cNvSpPr/>
      </dsp:nvSpPr>
      <dsp:spPr>
        <a:xfrm>
          <a:off x="2767295" y="2802635"/>
          <a:ext cx="548545" cy="91440"/>
        </a:xfrm>
        <a:custGeom>
          <a:avLst/>
          <a:gdLst/>
          <a:ahLst/>
          <a:cxnLst/>
          <a:rect l="0" t="0" r="0" b="0"/>
          <a:pathLst>
            <a:path>
              <a:moveTo>
                <a:pt x="0" y="45720"/>
              </a:moveTo>
              <a:lnTo>
                <a:pt x="548545" y="45720"/>
              </a:lnTo>
            </a:path>
          </a:pathLst>
        </a:custGeom>
        <a:noFill/>
        <a:ln w="6350" cap="flat" cmpd="sng" algn="ctr">
          <a:solidFill>
            <a:schemeClr val="accent4">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027089" y="2845460"/>
        <a:ext cx="28957" cy="5791"/>
      </dsp:txXfrm>
    </dsp:sp>
    <dsp:sp modelId="{1E578DC4-9F0C-484C-9FFB-4095EB03B419}">
      <dsp:nvSpPr>
        <dsp:cNvPr id="0" name=""/>
        <dsp:cNvSpPr/>
      </dsp:nvSpPr>
      <dsp:spPr>
        <a:xfrm>
          <a:off x="251070" y="2092948"/>
          <a:ext cx="2518024" cy="1510814"/>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3385" tIns="129515" rIns="123385" bIns="129515" numCol="1" spcCol="1270" anchor="ctr" anchorCtr="0">
          <a:noAutofit/>
        </a:bodyPr>
        <a:lstStyle/>
        <a:p>
          <a:pPr marL="0" lvl="0" indent="0" algn="ctr" defTabSz="755650">
            <a:lnSpc>
              <a:spcPct val="90000"/>
            </a:lnSpc>
            <a:spcBef>
              <a:spcPct val="0"/>
            </a:spcBef>
            <a:spcAft>
              <a:spcPct val="35000"/>
            </a:spcAft>
            <a:buNone/>
          </a:pPr>
          <a:r>
            <a:rPr lang="he-IL" sz="1700" kern="1200"/>
            <a:t>למידה וחשיפה לתחום של רובוטיקה במישור הפיזי </a:t>
          </a:r>
          <a:endParaRPr lang="en-US" sz="1700" kern="1200"/>
        </a:p>
      </dsp:txBody>
      <dsp:txXfrm>
        <a:off x="251070" y="2092948"/>
        <a:ext cx="2518024" cy="1510814"/>
      </dsp:txXfrm>
    </dsp:sp>
    <dsp:sp modelId="{7A781652-717A-814D-8A42-A8FA90B2D3EC}">
      <dsp:nvSpPr>
        <dsp:cNvPr id="0" name=""/>
        <dsp:cNvSpPr/>
      </dsp:nvSpPr>
      <dsp:spPr>
        <a:xfrm>
          <a:off x="1510082" y="3601963"/>
          <a:ext cx="3097170" cy="548545"/>
        </a:xfrm>
        <a:custGeom>
          <a:avLst/>
          <a:gdLst/>
          <a:ahLst/>
          <a:cxnLst/>
          <a:rect l="0" t="0" r="0" b="0"/>
          <a:pathLst>
            <a:path>
              <a:moveTo>
                <a:pt x="3097170" y="0"/>
              </a:moveTo>
              <a:lnTo>
                <a:pt x="3097170" y="291372"/>
              </a:lnTo>
              <a:lnTo>
                <a:pt x="0" y="291372"/>
              </a:lnTo>
              <a:lnTo>
                <a:pt x="0" y="548545"/>
              </a:lnTo>
            </a:path>
          </a:pathLst>
        </a:custGeom>
        <a:noFill/>
        <a:ln w="6350" cap="flat" cmpd="sng" algn="ctr">
          <a:solidFill>
            <a:schemeClr val="accent5">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979896" y="3873340"/>
        <a:ext cx="157542" cy="5791"/>
      </dsp:txXfrm>
    </dsp:sp>
    <dsp:sp modelId="{AE700501-C0D5-9349-95A3-4965562CC574}">
      <dsp:nvSpPr>
        <dsp:cNvPr id="0" name=""/>
        <dsp:cNvSpPr/>
      </dsp:nvSpPr>
      <dsp:spPr>
        <a:xfrm>
          <a:off x="3348240" y="2092948"/>
          <a:ext cx="2518024" cy="1510814"/>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3385" tIns="129515" rIns="123385" bIns="129515" numCol="1" spcCol="1270" anchor="ctr" anchorCtr="0">
          <a:noAutofit/>
        </a:bodyPr>
        <a:lstStyle/>
        <a:p>
          <a:pPr marL="0" lvl="0" indent="0" algn="ctr" defTabSz="755650">
            <a:lnSpc>
              <a:spcPct val="90000"/>
            </a:lnSpc>
            <a:spcBef>
              <a:spcPct val="0"/>
            </a:spcBef>
            <a:spcAft>
              <a:spcPct val="35000"/>
            </a:spcAft>
            <a:buNone/>
          </a:pPr>
          <a:r>
            <a:rPr lang="he-IL" sz="1700" kern="1200"/>
            <a:t>פתח להתעסקות בתחום זה בעתיד </a:t>
          </a:r>
          <a:endParaRPr lang="en-US" sz="1700" kern="1200"/>
        </a:p>
      </dsp:txBody>
      <dsp:txXfrm>
        <a:off x="3348240" y="2092948"/>
        <a:ext cx="2518024" cy="1510814"/>
      </dsp:txXfrm>
    </dsp:sp>
    <dsp:sp modelId="{E3952E4A-507D-8D44-9698-FE4176B83040}">
      <dsp:nvSpPr>
        <dsp:cNvPr id="0" name=""/>
        <dsp:cNvSpPr/>
      </dsp:nvSpPr>
      <dsp:spPr>
        <a:xfrm>
          <a:off x="251070" y="4182909"/>
          <a:ext cx="2518024" cy="1510814"/>
        </a:xfrm>
        <a:prstGeom prst="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3385" tIns="129515" rIns="123385" bIns="129515" numCol="1" spcCol="1270" anchor="ctr" anchorCtr="0">
          <a:noAutofit/>
        </a:bodyPr>
        <a:lstStyle/>
        <a:p>
          <a:pPr marL="0" lvl="0" indent="0" algn="ctr" defTabSz="755650">
            <a:lnSpc>
              <a:spcPct val="90000"/>
            </a:lnSpc>
            <a:spcBef>
              <a:spcPct val="0"/>
            </a:spcBef>
            <a:spcAft>
              <a:spcPct val="35000"/>
            </a:spcAft>
            <a:buNone/>
          </a:pPr>
          <a:r>
            <a:rPr lang="he-IL" sz="1700" kern="1200"/>
            <a:t>היננו בעלי זיקה לפרויקטים מתאגרים שבמהלכם יש ללמוד ולההתעסק בנושאים שטרם העבודה כלל לא הכרנו אותם</a:t>
          </a:r>
          <a:endParaRPr lang="en-US" sz="1700" kern="1200"/>
        </a:p>
      </dsp:txBody>
      <dsp:txXfrm>
        <a:off x="251070" y="4182909"/>
        <a:ext cx="2518024" cy="151081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9A18A55-660D-484A-8146-63498A3C1C67}">
      <dsp:nvSpPr>
        <dsp:cNvPr id="0" name=""/>
        <dsp:cNvSpPr/>
      </dsp:nvSpPr>
      <dsp:spPr>
        <a:xfrm>
          <a:off x="0" y="0"/>
          <a:ext cx="6492875"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E021458-C32D-EB4B-88A9-EA0DEC9E242A}">
      <dsp:nvSpPr>
        <dsp:cNvPr id="0" name=""/>
        <dsp:cNvSpPr/>
      </dsp:nvSpPr>
      <dsp:spPr>
        <a:xfrm>
          <a:off x="0" y="0"/>
          <a:ext cx="6492875" cy="12763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37160" rIns="137160" bIns="137160" numCol="1" spcCol="1270" anchor="t" anchorCtr="0">
          <a:noAutofit/>
        </a:bodyPr>
        <a:lstStyle/>
        <a:p>
          <a:pPr marL="0" lvl="0" indent="0" algn="r" defTabSz="1600200">
            <a:lnSpc>
              <a:spcPct val="90000"/>
            </a:lnSpc>
            <a:spcBef>
              <a:spcPct val="0"/>
            </a:spcBef>
            <a:spcAft>
              <a:spcPct val="35000"/>
            </a:spcAft>
            <a:buNone/>
          </a:pPr>
          <a:r>
            <a:rPr lang="he-IL" sz="3600" kern="1200" dirty="0"/>
            <a:t>הסתכלנו על התג</a:t>
          </a:r>
          <a:endParaRPr lang="en-US" sz="3600" kern="1200" dirty="0"/>
        </a:p>
      </dsp:txBody>
      <dsp:txXfrm>
        <a:off x="0" y="0"/>
        <a:ext cx="6492875" cy="1276350"/>
      </dsp:txXfrm>
    </dsp:sp>
    <dsp:sp modelId="{0942FE52-68C2-EC47-9035-A81FEC5DE545}">
      <dsp:nvSpPr>
        <dsp:cNvPr id="0" name=""/>
        <dsp:cNvSpPr/>
      </dsp:nvSpPr>
      <dsp:spPr>
        <a:xfrm>
          <a:off x="0" y="1276350"/>
          <a:ext cx="6492875"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9819FD2-7377-4F43-B98E-2B9F840F8E24}">
      <dsp:nvSpPr>
        <dsp:cNvPr id="0" name=""/>
        <dsp:cNvSpPr/>
      </dsp:nvSpPr>
      <dsp:spPr>
        <a:xfrm>
          <a:off x="0" y="1276350"/>
          <a:ext cx="6492875" cy="12763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37160" rIns="137160" bIns="137160" numCol="1" spcCol="1270" anchor="t" anchorCtr="0">
          <a:noAutofit/>
        </a:bodyPr>
        <a:lstStyle/>
        <a:p>
          <a:pPr marL="0" lvl="0" indent="0" algn="r" defTabSz="1600200">
            <a:lnSpc>
              <a:spcPct val="90000"/>
            </a:lnSpc>
            <a:spcBef>
              <a:spcPct val="0"/>
            </a:spcBef>
            <a:spcAft>
              <a:spcPct val="35000"/>
            </a:spcAft>
            <a:buNone/>
          </a:pPr>
          <a:r>
            <a:rPr lang="he-IL" sz="3600" kern="1200" dirty="0"/>
            <a:t>הגובה של התג ביחס </a:t>
          </a:r>
          <a:r>
            <a:rPr lang="he-IL" sz="3600" kern="1200" dirty="0" err="1"/>
            <a:t>לרחפן</a:t>
          </a:r>
          <a:r>
            <a:rPr lang="he-IL" sz="3600" kern="1200" dirty="0"/>
            <a:t> שנמדד היה גבוה מידי </a:t>
          </a:r>
          <a:endParaRPr lang="en-US" sz="3600" kern="1200" dirty="0"/>
        </a:p>
      </dsp:txBody>
      <dsp:txXfrm>
        <a:off x="0" y="1276350"/>
        <a:ext cx="6492875" cy="1276350"/>
      </dsp:txXfrm>
    </dsp:sp>
    <dsp:sp modelId="{0A266848-B1DC-E842-BA47-5DFE377326D7}">
      <dsp:nvSpPr>
        <dsp:cNvPr id="0" name=""/>
        <dsp:cNvSpPr/>
      </dsp:nvSpPr>
      <dsp:spPr>
        <a:xfrm>
          <a:off x="0" y="2552700"/>
          <a:ext cx="6492875"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69C4939-B22C-724F-952D-85E85E9A5B59}">
      <dsp:nvSpPr>
        <dsp:cNvPr id="0" name=""/>
        <dsp:cNvSpPr/>
      </dsp:nvSpPr>
      <dsp:spPr>
        <a:xfrm>
          <a:off x="0" y="2552700"/>
          <a:ext cx="6492875" cy="12763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37160" rIns="137160" bIns="137160" numCol="1" spcCol="1270" anchor="t" anchorCtr="0">
          <a:noAutofit/>
        </a:bodyPr>
        <a:lstStyle/>
        <a:p>
          <a:pPr marL="0" lvl="0" indent="0" algn="r" defTabSz="1600200">
            <a:lnSpc>
              <a:spcPct val="90000"/>
            </a:lnSpc>
            <a:spcBef>
              <a:spcPct val="0"/>
            </a:spcBef>
            <a:spcAft>
              <a:spcPct val="35000"/>
            </a:spcAft>
            <a:buNone/>
          </a:pPr>
          <a:r>
            <a:rPr lang="he-IL" sz="3600" kern="1200" dirty="0" err="1"/>
            <a:t>הרחפן</a:t>
          </a:r>
          <a:r>
            <a:rPr lang="he-IL" sz="3600" kern="1200" dirty="0"/>
            <a:t> ניסה ללכת לגובה גבוה יותר, שבו הוא חושב שנמצא התג</a:t>
          </a:r>
          <a:endParaRPr lang="en-US" sz="3600" kern="1200" dirty="0"/>
        </a:p>
      </dsp:txBody>
      <dsp:txXfrm>
        <a:off x="0" y="2552700"/>
        <a:ext cx="6492875" cy="1276350"/>
      </dsp:txXfrm>
    </dsp:sp>
    <dsp:sp modelId="{DA707754-797E-974A-B70B-DAE83CB683C6}">
      <dsp:nvSpPr>
        <dsp:cNvPr id="0" name=""/>
        <dsp:cNvSpPr/>
      </dsp:nvSpPr>
      <dsp:spPr>
        <a:xfrm>
          <a:off x="0" y="3829050"/>
          <a:ext cx="6492875"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2423475-C8C5-C746-8E8D-6FB880D30828}">
      <dsp:nvSpPr>
        <dsp:cNvPr id="0" name=""/>
        <dsp:cNvSpPr/>
      </dsp:nvSpPr>
      <dsp:spPr>
        <a:xfrm>
          <a:off x="0" y="3829050"/>
          <a:ext cx="6492875" cy="12763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37160" rIns="137160" bIns="137160" numCol="1" spcCol="1270" anchor="t" anchorCtr="0">
          <a:noAutofit/>
        </a:bodyPr>
        <a:lstStyle/>
        <a:p>
          <a:pPr marL="0" lvl="0" indent="0" algn="r" defTabSz="1600200">
            <a:lnSpc>
              <a:spcPct val="90000"/>
            </a:lnSpc>
            <a:spcBef>
              <a:spcPct val="0"/>
            </a:spcBef>
            <a:spcAft>
              <a:spcPct val="35000"/>
            </a:spcAft>
            <a:buNone/>
          </a:pPr>
          <a:r>
            <a:rPr lang="he-IL" sz="3600" kern="1200" dirty="0" err="1"/>
            <a:t>הרחפן</a:t>
          </a:r>
          <a:r>
            <a:rPr lang="he-IL" sz="3600" kern="1200" dirty="0"/>
            <a:t> מאבד את התג ומתנגש בקיר.  </a:t>
          </a:r>
          <a:endParaRPr lang="en-US" sz="3600" kern="1200" dirty="0"/>
        </a:p>
      </dsp:txBody>
      <dsp:txXfrm>
        <a:off x="0" y="3829050"/>
        <a:ext cx="6492875" cy="127635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2F94166-97F3-46A0-B591-FCFC7A72D5C4}">
      <dsp:nvSpPr>
        <dsp:cNvPr id="0" name=""/>
        <dsp:cNvSpPr/>
      </dsp:nvSpPr>
      <dsp:spPr>
        <a:xfrm>
          <a:off x="0" y="2347"/>
          <a:ext cx="6248400" cy="1189803"/>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A5D4CA2-F4B3-42E3-AD9B-832503B197CB}">
      <dsp:nvSpPr>
        <dsp:cNvPr id="0" name=""/>
        <dsp:cNvSpPr/>
      </dsp:nvSpPr>
      <dsp:spPr>
        <a:xfrm>
          <a:off x="359915" y="270053"/>
          <a:ext cx="654392" cy="654392"/>
        </a:xfrm>
        <a:prstGeom prst="rect">
          <a:avLst/>
        </a:prstGeom>
        <a:blipFill>
          <a:blip xmlns:r="http://schemas.openxmlformats.org/officeDocument/2006/relationships" r:embed="rId1">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9929D45-7FFB-4242-8380-36E3269DEB9B}">
      <dsp:nvSpPr>
        <dsp:cNvPr id="0" name=""/>
        <dsp:cNvSpPr/>
      </dsp:nvSpPr>
      <dsp:spPr>
        <a:xfrm>
          <a:off x="1374223" y="2347"/>
          <a:ext cx="4874176" cy="11898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5921" tIns="125921" rIns="125921" bIns="125921" numCol="1" spcCol="1270" anchor="ctr" anchorCtr="0">
          <a:noAutofit/>
        </a:bodyPr>
        <a:lstStyle/>
        <a:p>
          <a:pPr marL="0" lvl="0" indent="0" algn="l" defTabSz="844550">
            <a:lnSpc>
              <a:spcPct val="90000"/>
            </a:lnSpc>
            <a:spcBef>
              <a:spcPct val="0"/>
            </a:spcBef>
            <a:spcAft>
              <a:spcPct val="35000"/>
            </a:spcAft>
            <a:buNone/>
          </a:pPr>
          <a:r>
            <a:rPr lang="he-IL" sz="1900" kern="1200"/>
            <a:t>במהלך ניסויים עם מצלמת הרחפן התגלה כי קיים קשר בין השגיאה בגובה לבין המרחק מהתג </a:t>
          </a:r>
          <a:endParaRPr lang="en-US" sz="1900" kern="1200"/>
        </a:p>
      </dsp:txBody>
      <dsp:txXfrm>
        <a:off x="1374223" y="2347"/>
        <a:ext cx="4874176" cy="1189803"/>
      </dsp:txXfrm>
    </dsp:sp>
    <dsp:sp modelId="{261F8141-4E5F-402C-888F-E7B8342EE018}">
      <dsp:nvSpPr>
        <dsp:cNvPr id="0" name=""/>
        <dsp:cNvSpPr/>
      </dsp:nvSpPr>
      <dsp:spPr>
        <a:xfrm>
          <a:off x="0" y="1489602"/>
          <a:ext cx="6248400" cy="1189803"/>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9E8AE70-B9B6-4CC1-BF99-641DA4BE525A}">
      <dsp:nvSpPr>
        <dsp:cNvPr id="0" name=""/>
        <dsp:cNvSpPr/>
      </dsp:nvSpPr>
      <dsp:spPr>
        <a:xfrm>
          <a:off x="359915" y="1757308"/>
          <a:ext cx="654392" cy="654392"/>
        </a:xfrm>
        <a:prstGeom prst="rect">
          <a:avLst/>
        </a:prstGeom>
        <a:blipFill>
          <a:blip xmlns:r="http://schemas.openxmlformats.org/officeDocument/2006/relationships"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0E2EF32-C45A-483E-9B69-2784BD2CB4FF}">
      <dsp:nvSpPr>
        <dsp:cNvPr id="0" name=""/>
        <dsp:cNvSpPr/>
      </dsp:nvSpPr>
      <dsp:spPr>
        <a:xfrm>
          <a:off x="1374223" y="1489602"/>
          <a:ext cx="4874176" cy="11898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5921" tIns="125921" rIns="125921" bIns="125921" numCol="1" spcCol="1270" anchor="ctr" anchorCtr="0">
          <a:noAutofit/>
        </a:bodyPr>
        <a:lstStyle/>
        <a:p>
          <a:pPr marL="0" lvl="0" indent="0" algn="l" defTabSz="844550">
            <a:lnSpc>
              <a:spcPct val="90000"/>
            </a:lnSpc>
            <a:spcBef>
              <a:spcPct val="0"/>
            </a:spcBef>
            <a:spcAft>
              <a:spcPct val="35000"/>
            </a:spcAft>
            <a:buNone/>
          </a:pPr>
          <a:r>
            <a:rPr lang="he-IL" sz="1900" kern="1200"/>
            <a:t>ניסינו למדל שגיאה זו בדרכים שונות </a:t>
          </a:r>
          <a:endParaRPr lang="en-US" sz="1900" kern="1200"/>
        </a:p>
      </dsp:txBody>
      <dsp:txXfrm>
        <a:off x="1374223" y="1489602"/>
        <a:ext cx="4874176" cy="1189803"/>
      </dsp:txXfrm>
    </dsp:sp>
    <dsp:sp modelId="{D5A28E32-C7BD-451C-ABE4-F7487DEABDF3}">
      <dsp:nvSpPr>
        <dsp:cNvPr id="0" name=""/>
        <dsp:cNvSpPr/>
      </dsp:nvSpPr>
      <dsp:spPr>
        <a:xfrm>
          <a:off x="0" y="2976856"/>
          <a:ext cx="6248400" cy="1189803"/>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C03FFBD-7FC2-4B8A-8ECD-5EC8F665F8DD}">
      <dsp:nvSpPr>
        <dsp:cNvPr id="0" name=""/>
        <dsp:cNvSpPr/>
      </dsp:nvSpPr>
      <dsp:spPr>
        <a:xfrm>
          <a:off x="359915" y="3244562"/>
          <a:ext cx="654392" cy="654392"/>
        </a:xfrm>
        <a:prstGeom prst="rect">
          <a:avLst/>
        </a:prstGeom>
        <a:blipFill>
          <a:blip xmlns:r="http://schemas.openxmlformats.org/officeDocument/2006/relationships"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5191AF2-2B17-4254-A743-DA385C492AD8}">
      <dsp:nvSpPr>
        <dsp:cNvPr id="0" name=""/>
        <dsp:cNvSpPr/>
      </dsp:nvSpPr>
      <dsp:spPr>
        <a:xfrm>
          <a:off x="1374223" y="2976856"/>
          <a:ext cx="4874176" cy="11898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5921" tIns="125921" rIns="125921" bIns="125921" numCol="1" spcCol="1270" anchor="ctr" anchorCtr="0">
          <a:noAutofit/>
        </a:bodyPr>
        <a:lstStyle/>
        <a:p>
          <a:pPr marL="0" lvl="0" indent="0" algn="l" defTabSz="844550">
            <a:lnSpc>
              <a:spcPct val="90000"/>
            </a:lnSpc>
            <a:spcBef>
              <a:spcPct val="0"/>
            </a:spcBef>
            <a:spcAft>
              <a:spcPct val="35000"/>
            </a:spcAft>
            <a:buNone/>
          </a:pPr>
          <a:r>
            <a:rPr lang="he-IL" sz="1900" kern="1200"/>
            <a:t>ראשית, ניסינו למדל את השגיאה באופן טריגונומטרי על ידי חישוב הגובה האמיתי בעזרת מרחקים אחרים וזוויות נתונות שהיו נתונים לנו</a:t>
          </a:r>
          <a:endParaRPr lang="en-US" sz="1900" kern="1200"/>
        </a:p>
      </dsp:txBody>
      <dsp:txXfrm>
        <a:off x="1374223" y="2976856"/>
        <a:ext cx="4874176" cy="1189803"/>
      </dsp:txXfrm>
    </dsp:sp>
    <dsp:sp modelId="{D61AA131-A09A-4C8C-B4A6-F5C9E32892B7}">
      <dsp:nvSpPr>
        <dsp:cNvPr id="0" name=""/>
        <dsp:cNvSpPr/>
      </dsp:nvSpPr>
      <dsp:spPr>
        <a:xfrm>
          <a:off x="0" y="4464111"/>
          <a:ext cx="6248400" cy="1189803"/>
        </a:xfrm>
        <a:prstGeom prst="roundRect">
          <a:avLst>
            <a:gd name="adj" fmla="val 1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EC2A9A1-5A98-4323-A597-694882B7FC74}">
      <dsp:nvSpPr>
        <dsp:cNvPr id="0" name=""/>
        <dsp:cNvSpPr/>
      </dsp:nvSpPr>
      <dsp:spPr>
        <a:xfrm>
          <a:off x="359915" y="4731817"/>
          <a:ext cx="654392" cy="654392"/>
        </a:xfrm>
        <a:prstGeom prst="rect">
          <a:avLst/>
        </a:prstGeom>
        <a:blipFill>
          <a:blip xmlns:r="http://schemas.openxmlformats.org/officeDocument/2006/relationships" r:embed="rId7">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8ABAD78-ED2C-45F1-8E7D-9787FF457E5A}">
      <dsp:nvSpPr>
        <dsp:cNvPr id="0" name=""/>
        <dsp:cNvSpPr/>
      </dsp:nvSpPr>
      <dsp:spPr>
        <a:xfrm>
          <a:off x="1374223" y="4464111"/>
          <a:ext cx="4874176" cy="11898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5921" tIns="125921" rIns="125921" bIns="125921" numCol="1" spcCol="1270" anchor="ctr" anchorCtr="0">
          <a:noAutofit/>
        </a:bodyPr>
        <a:lstStyle/>
        <a:p>
          <a:pPr marL="0" lvl="0" indent="0" algn="l" defTabSz="844550">
            <a:lnSpc>
              <a:spcPct val="90000"/>
            </a:lnSpc>
            <a:spcBef>
              <a:spcPct val="0"/>
            </a:spcBef>
            <a:spcAft>
              <a:spcPct val="35000"/>
            </a:spcAft>
            <a:buNone/>
          </a:pPr>
          <a:r>
            <a:rPr lang="he-IL" sz="1900" kern="1200"/>
            <a:t>חישוב זה התגלה כלא מהימן ולכן ניסינו לגשת לפתרון בגישה אחרת </a:t>
          </a:r>
          <a:endParaRPr lang="en-US" sz="1900" kern="1200"/>
        </a:p>
      </dsp:txBody>
      <dsp:txXfrm>
        <a:off x="1374223" y="4464111"/>
        <a:ext cx="4874176" cy="1189803"/>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4.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מציין מיקום של כותרת עליונה 1"/>
          <p:cNvSpPr>
            <a:spLocks noGrp="1"/>
          </p:cNvSpPr>
          <p:nvPr>
            <p:ph type="hdr" sz="quarter"/>
          </p:nvPr>
        </p:nvSpPr>
        <p:spPr>
          <a:xfrm>
            <a:off x="3886200" y="0"/>
            <a:ext cx="2971800" cy="458788"/>
          </a:xfrm>
          <a:prstGeom prst="rect">
            <a:avLst/>
          </a:prstGeom>
        </p:spPr>
        <p:txBody>
          <a:bodyPr vert="horz" lIns="91440" tIns="45720" rIns="91440" bIns="45720" rtlCol="1"/>
          <a:lstStyle>
            <a:lvl1pPr algn="r">
              <a:defRPr sz="1200"/>
            </a:lvl1pPr>
          </a:lstStyle>
          <a:p>
            <a:endParaRPr lang="he-IL"/>
          </a:p>
        </p:txBody>
      </p:sp>
      <p:sp>
        <p:nvSpPr>
          <p:cNvPr id="3" name="מציין מיקום של תאריך 2"/>
          <p:cNvSpPr>
            <a:spLocks noGrp="1"/>
          </p:cNvSpPr>
          <p:nvPr>
            <p:ph type="dt" idx="1"/>
          </p:nvPr>
        </p:nvSpPr>
        <p:spPr>
          <a:xfrm>
            <a:off x="1588" y="0"/>
            <a:ext cx="2971800" cy="458788"/>
          </a:xfrm>
          <a:prstGeom prst="rect">
            <a:avLst/>
          </a:prstGeom>
        </p:spPr>
        <p:txBody>
          <a:bodyPr vert="horz" lIns="91440" tIns="45720" rIns="91440" bIns="45720" rtlCol="1"/>
          <a:lstStyle>
            <a:lvl1pPr algn="l">
              <a:defRPr sz="1200"/>
            </a:lvl1pPr>
          </a:lstStyle>
          <a:p>
            <a:fld id="{272E9050-AAC7-7745-8F96-3DE55AF5A5BD}" type="datetimeFigureOut">
              <a:rPr lang="he-IL" smtClean="0"/>
              <a:t>י'.תשרי.תשפ"א</a:t>
            </a:fld>
            <a:endParaRPr lang="he-IL"/>
          </a:p>
        </p:txBody>
      </p:sp>
      <p:sp>
        <p:nvSpPr>
          <p:cNvPr id="4" name="מציין מיקום של תמונת שקופית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1" anchor="ctr"/>
          <a:lstStyle/>
          <a:p>
            <a:endParaRPr lang="he-IL"/>
          </a:p>
        </p:txBody>
      </p:sp>
      <p:sp>
        <p:nvSpPr>
          <p:cNvPr id="5" name="מציין מיקום של הערות 4"/>
          <p:cNvSpPr>
            <a:spLocks noGrp="1"/>
          </p:cNvSpPr>
          <p:nvPr>
            <p:ph type="body" sz="quarter" idx="3"/>
          </p:nvPr>
        </p:nvSpPr>
        <p:spPr>
          <a:xfrm>
            <a:off x="685800" y="4400550"/>
            <a:ext cx="5486400" cy="3600450"/>
          </a:xfrm>
          <a:prstGeom prst="rect">
            <a:avLst/>
          </a:prstGeom>
        </p:spPr>
        <p:txBody>
          <a:bodyPr vert="horz" lIns="91440" tIns="45720" rIns="91440" bIns="45720" rtlCol="1"/>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6" name="מציין מיקום של כותרת תחתונה 5"/>
          <p:cNvSpPr>
            <a:spLocks noGrp="1"/>
          </p:cNvSpPr>
          <p:nvPr>
            <p:ph type="ftr" sz="quarter" idx="4"/>
          </p:nvPr>
        </p:nvSpPr>
        <p:spPr>
          <a:xfrm>
            <a:off x="3886200" y="8685213"/>
            <a:ext cx="2971800" cy="458787"/>
          </a:xfrm>
          <a:prstGeom prst="rect">
            <a:avLst/>
          </a:prstGeom>
        </p:spPr>
        <p:txBody>
          <a:bodyPr vert="horz" lIns="91440" tIns="45720" rIns="91440" bIns="45720" rtlCol="1" anchor="b"/>
          <a:lstStyle>
            <a:lvl1pPr algn="r">
              <a:defRPr sz="1200"/>
            </a:lvl1pPr>
          </a:lstStyle>
          <a:p>
            <a:endParaRPr lang="he-IL"/>
          </a:p>
        </p:txBody>
      </p:sp>
      <p:sp>
        <p:nvSpPr>
          <p:cNvPr id="7" name="מציין מיקום של מספר שקופית 6"/>
          <p:cNvSpPr>
            <a:spLocks noGrp="1"/>
          </p:cNvSpPr>
          <p:nvPr>
            <p:ph type="sldNum" sz="quarter" idx="5"/>
          </p:nvPr>
        </p:nvSpPr>
        <p:spPr>
          <a:xfrm>
            <a:off x="1588" y="8685213"/>
            <a:ext cx="2971800" cy="458787"/>
          </a:xfrm>
          <a:prstGeom prst="rect">
            <a:avLst/>
          </a:prstGeom>
        </p:spPr>
        <p:txBody>
          <a:bodyPr vert="horz" lIns="91440" tIns="45720" rIns="91440" bIns="45720" rtlCol="1" anchor="b"/>
          <a:lstStyle>
            <a:lvl1pPr algn="l">
              <a:defRPr sz="1200"/>
            </a:lvl1pPr>
          </a:lstStyle>
          <a:p>
            <a:fld id="{4EA119D4-1D3A-D948-BEA2-1C8D48096506}" type="slidenum">
              <a:rPr lang="he-IL" smtClean="0"/>
              <a:t>‹#›</a:t>
            </a:fld>
            <a:endParaRPr lang="he-IL"/>
          </a:p>
        </p:txBody>
      </p:sp>
    </p:spTree>
    <p:extLst>
      <p:ext uri="{BB962C8B-B14F-4D97-AF65-F5344CB8AC3E}">
        <p14:creationId xmlns:p14="http://schemas.microsoft.com/office/powerpoint/2010/main" val="727470617"/>
      </p:ext>
    </p:extLst>
  </p:cSld>
  <p:clrMap bg1="lt1" tx1="dk1" bg2="lt2" tx2="dk2" accent1="accent1" accent2="accent2" accent3="accent3" accent4="accent4" accent5="accent5" accent6="accent6" hlink="hlink" folHlink="folHlink"/>
  <p:notesStyle>
    <a:lvl1pPr marL="0" algn="r" defTabSz="914400" rtl="1" eaLnBrk="1" latinLnBrk="0" hangingPunct="1">
      <a:defRPr sz="1200" kern="1200">
        <a:solidFill>
          <a:schemeClr val="tx1"/>
        </a:solidFill>
        <a:latin typeface="+mn-lt"/>
        <a:ea typeface="+mn-ea"/>
        <a:cs typeface="+mn-cs"/>
      </a:defRPr>
    </a:lvl1pPr>
    <a:lvl2pPr marL="457200" algn="r" defTabSz="914400" rtl="1" eaLnBrk="1" latinLnBrk="0" hangingPunct="1">
      <a:defRPr sz="1200" kern="1200">
        <a:solidFill>
          <a:schemeClr val="tx1"/>
        </a:solidFill>
        <a:latin typeface="+mn-lt"/>
        <a:ea typeface="+mn-ea"/>
        <a:cs typeface="+mn-cs"/>
      </a:defRPr>
    </a:lvl2pPr>
    <a:lvl3pPr marL="914400" algn="r" defTabSz="914400" rtl="1" eaLnBrk="1" latinLnBrk="0" hangingPunct="1">
      <a:defRPr sz="1200" kern="1200">
        <a:solidFill>
          <a:schemeClr val="tx1"/>
        </a:solidFill>
        <a:latin typeface="+mn-lt"/>
        <a:ea typeface="+mn-ea"/>
        <a:cs typeface="+mn-cs"/>
      </a:defRPr>
    </a:lvl3pPr>
    <a:lvl4pPr marL="1371600" algn="r" defTabSz="914400" rtl="1" eaLnBrk="1" latinLnBrk="0" hangingPunct="1">
      <a:defRPr sz="1200" kern="1200">
        <a:solidFill>
          <a:schemeClr val="tx1"/>
        </a:solidFill>
        <a:latin typeface="+mn-lt"/>
        <a:ea typeface="+mn-ea"/>
        <a:cs typeface="+mn-cs"/>
      </a:defRPr>
    </a:lvl4pPr>
    <a:lvl5pPr marL="1828800" algn="r" defTabSz="914400" rtl="1" eaLnBrk="1" latinLnBrk="0" hangingPunct="1">
      <a:defRPr sz="1200" kern="1200">
        <a:solidFill>
          <a:schemeClr val="tx1"/>
        </a:solidFill>
        <a:latin typeface="+mn-lt"/>
        <a:ea typeface="+mn-ea"/>
        <a:cs typeface="+mn-cs"/>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algn="l" defTabSz="914400" rtl="0" eaLnBrk="1" latinLnBrk="0" hangingPunct="1"/>
            <a:endParaRPr lang="en-IL" dirty="0"/>
          </a:p>
        </p:txBody>
      </p:sp>
      <p:sp>
        <p:nvSpPr>
          <p:cNvPr id="4" name="Slide Number Placeholder 3"/>
          <p:cNvSpPr>
            <a:spLocks noGrp="1"/>
          </p:cNvSpPr>
          <p:nvPr>
            <p:ph type="sldNum" sz="quarter" idx="5"/>
          </p:nvPr>
        </p:nvSpPr>
        <p:spPr/>
        <p:txBody>
          <a:bodyPr/>
          <a:lstStyle/>
          <a:p>
            <a:fld id="{4EA119D4-1D3A-D948-BEA2-1C8D48096506}" type="slidenum">
              <a:rPr lang="he-IL" smtClean="0"/>
              <a:t>2</a:t>
            </a:fld>
            <a:endParaRPr lang="he-IL"/>
          </a:p>
        </p:txBody>
      </p:sp>
    </p:spTree>
    <p:extLst>
      <p:ext uri="{BB962C8B-B14F-4D97-AF65-F5344CB8AC3E}">
        <p14:creationId xmlns:p14="http://schemas.microsoft.com/office/powerpoint/2010/main" val="42684937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algn="r" defTabSz="914400" rtl="1" eaLnBrk="1" latinLnBrk="0" hangingPunct="1"/>
            <a:r>
              <a:rPr lang="he-IL" dirty="0"/>
              <a:t>משפט השוואה עם שאר הפרויקטים של הכיתה</a:t>
            </a:r>
            <a:endParaRPr lang="en-IL" dirty="0"/>
          </a:p>
        </p:txBody>
      </p:sp>
      <p:sp>
        <p:nvSpPr>
          <p:cNvPr id="4" name="Slide Number Placeholder 3"/>
          <p:cNvSpPr>
            <a:spLocks noGrp="1"/>
          </p:cNvSpPr>
          <p:nvPr>
            <p:ph type="sldNum" sz="quarter" idx="5"/>
          </p:nvPr>
        </p:nvSpPr>
        <p:spPr/>
        <p:txBody>
          <a:bodyPr/>
          <a:lstStyle/>
          <a:p>
            <a:fld id="{4EA119D4-1D3A-D948-BEA2-1C8D48096506}" type="slidenum">
              <a:rPr lang="he-IL" smtClean="0"/>
              <a:t>6</a:t>
            </a:fld>
            <a:endParaRPr lang="he-IL"/>
          </a:p>
        </p:txBody>
      </p:sp>
    </p:spTree>
    <p:extLst>
      <p:ext uri="{BB962C8B-B14F-4D97-AF65-F5344CB8AC3E}">
        <p14:creationId xmlns:p14="http://schemas.microsoft.com/office/powerpoint/2010/main" val="33279956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algn="l" defTabSz="914400" rtl="0" eaLnBrk="1" latinLnBrk="0" hangingPunct="1"/>
            <a:endParaRPr lang="en-IL" dirty="0"/>
          </a:p>
        </p:txBody>
      </p:sp>
      <p:sp>
        <p:nvSpPr>
          <p:cNvPr id="4" name="Slide Number Placeholder 3"/>
          <p:cNvSpPr>
            <a:spLocks noGrp="1"/>
          </p:cNvSpPr>
          <p:nvPr>
            <p:ph type="sldNum" sz="quarter" idx="5"/>
          </p:nvPr>
        </p:nvSpPr>
        <p:spPr/>
        <p:txBody>
          <a:bodyPr/>
          <a:lstStyle/>
          <a:p>
            <a:fld id="{4EA119D4-1D3A-D948-BEA2-1C8D48096506}" type="slidenum">
              <a:rPr lang="he-IL" smtClean="0"/>
              <a:t>7</a:t>
            </a:fld>
            <a:endParaRPr lang="he-IL"/>
          </a:p>
        </p:txBody>
      </p:sp>
    </p:spTree>
    <p:extLst>
      <p:ext uri="{BB962C8B-B14F-4D97-AF65-F5344CB8AC3E}">
        <p14:creationId xmlns:p14="http://schemas.microsoft.com/office/powerpoint/2010/main" val="172859454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he-IL" dirty="0"/>
              <a:t>למה נוצר הצורך ל-ROS, אנחנו רואים שברובוטים יש לנו הרבה מרכיבים שונים שנובעים בעיקר מחיישנים </a:t>
            </a:r>
            <a:r>
              <a:rPr lang="he-IL" dirty="0" err="1"/>
              <a:t>פיזיקלים</a:t>
            </a:r>
            <a:r>
              <a:rPr lang="he-IL" dirty="0"/>
              <a:t> שונים שיש על הרובוט (למשל, מד גובה, מצלמה, מד תאוצה, מצפן, גירוסקופ ועוד...) וכל החלקים התקשורת בין אחד לשני היא </a:t>
            </a:r>
            <a:r>
              <a:rPr lang="he-IL" dirty="0" err="1"/>
              <a:t>בדרכ</a:t>
            </a:r>
            <a:r>
              <a:rPr lang="he-IL" dirty="0"/>
              <a:t> מאוד פשוטה ובסיסית ומה שזה אומר שיהיה לנו מאוד נוח לחלק את העבודה שלנו מלכתחילה לחלקים קטנים שעושים איזה שהוא עיבוד לכל מרכיב כזה ושולחים את המידע הרצוי לשאר המרכיב או לאיזה מרכיב מרכזי. </a:t>
            </a:r>
            <a:endParaRPr lang="en-IL" dirty="0"/>
          </a:p>
        </p:txBody>
      </p:sp>
      <p:sp>
        <p:nvSpPr>
          <p:cNvPr id="4" name="Slide Number Placeholder 3"/>
          <p:cNvSpPr>
            <a:spLocks noGrp="1"/>
          </p:cNvSpPr>
          <p:nvPr>
            <p:ph type="sldNum" sz="quarter" idx="5"/>
          </p:nvPr>
        </p:nvSpPr>
        <p:spPr/>
        <p:txBody>
          <a:bodyPr/>
          <a:lstStyle/>
          <a:p>
            <a:fld id="{4EA119D4-1D3A-D948-BEA2-1C8D48096506}" type="slidenum">
              <a:rPr lang="he-IL" smtClean="0"/>
              <a:t>8</a:t>
            </a:fld>
            <a:endParaRPr lang="he-IL"/>
          </a:p>
        </p:txBody>
      </p:sp>
    </p:spTree>
    <p:extLst>
      <p:ext uri="{BB962C8B-B14F-4D97-AF65-F5344CB8AC3E}">
        <p14:creationId xmlns:p14="http://schemas.microsoft.com/office/powerpoint/2010/main" val="9441866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he-IL" dirty="0"/>
              <a:t>שינויים בחלק הזה    </a:t>
            </a:r>
            <a:endParaRPr lang="en-IL" dirty="0"/>
          </a:p>
        </p:txBody>
      </p:sp>
      <p:sp>
        <p:nvSpPr>
          <p:cNvPr id="4" name="Slide Number Placeholder 3"/>
          <p:cNvSpPr>
            <a:spLocks noGrp="1"/>
          </p:cNvSpPr>
          <p:nvPr>
            <p:ph type="sldNum" sz="quarter" idx="5"/>
          </p:nvPr>
        </p:nvSpPr>
        <p:spPr/>
        <p:txBody>
          <a:bodyPr/>
          <a:lstStyle/>
          <a:p>
            <a:fld id="{4EA119D4-1D3A-D948-BEA2-1C8D48096506}" type="slidenum">
              <a:rPr lang="he-IL" smtClean="0"/>
              <a:t>11</a:t>
            </a:fld>
            <a:endParaRPr lang="he-IL"/>
          </a:p>
        </p:txBody>
      </p:sp>
    </p:spTree>
    <p:extLst>
      <p:ext uri="{BB962C8B-B14F-4D97-AF65-F5344CB8AC3E}">
        <p14:creationId xmlns:p14="http://schemas.microsoft.com/office/powerpoint/2010/main" val="101735970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he-IL" dirty="0"/>
          </a:p>
        </p:txBody>
      </p:sp>
      <p:sp>
        <p:nvSpPr>
          <p:cNvPr id="4" name="מציין מיקום של מספר שקופית 3"/>
          <p:cNvSpPr>
            <a:spLocks noGrp="1"/>
          </p:cNvSpPr>
          <p:nvPr>
            <p:ph type="sldNum" sz="quarter" idx="5"/>
          </p:nvPr>
        </p:nvSpPr>
        <p:spPr/>
        <p:txBody>
          <a:bodyPr/>
          <a:lstStyle/>
          <a:p>
            <a:fld id="{4EA119D4-1D3A-D948-BEA2-1C8D48096506}" type="slidenum">
              <a:rPr lang="he-IL" smtClean="0"/>
              <a:t>14</a:t>
            </a:fld>
            <a:endParaRPr lang="he-IL"/>
          </a:p>
        </p:txBody>
      </p:sp>
    </p:spTree>
    <p:extLst>
      <p:ext uri="{BB962C8B-B14F-4D97-AF65-F5344CB8AC3E}">
        <p14:creationId xmlns:p14="http://schemas.microsoft.com/office/powerpoint/2010/main" val="27592346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שקופית כותרת">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2231932A-F253-0242-9F19-48D1BBE1E6B7}"/>
              </a:ext>
            </a:extLst>
          </p:cNvPr>
          <p:cNvSpPr>
            <a:spLocks noGrp="1"/>
          </p:cNvSpPr>
          <p:nvPr>
            <p:ph type="ctrTitle"/>
          </p:nvPr>
        </p:nvSpPr>
        <p:spPr>
          <a:xfrm>
            <a:off x="1524000" y="1122363"/>
            <a:ext cx="9144000" cy="2387600"/>
          </a:xfrm>
        </p:spPr>
        <p:txBody>
          <a:bodyPr anchor="b"/>
          <a:lstStyle>
            <a:lvl1pPr algn="ctr">
              <a:defRPr sz="6000"/>
            </a:lvl1pPr>
          </a:lstStyle>
          <a:p>
            <a:r>
              <a:rPr lang="he-IL"/>
              <a:t>לחץ כדי לערוך סגנון כותרת של תבנית בסיס</a:t>
            </a:r>
          </a:p>
        </p:txBody>
      </p:sp>
      <p:sp>
        <p:nvSpPr>
          <p:cNvPr id="3" name="כותרת משנה 2">
            <a:extLst>
              <a:ext uri="{FF2B5EF4-FFF2-40B4-BE49-F238E27FC236}">
                <a16:creationId xmlns:a16="http://schemas.microsoft.com/office/drawing/2014/main" id="{598414B3-CF03-F74D-B5AD-E48F7F7EE7C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he-IL"/>
              <a:t>לחץ כדי לערוך סגנון כותרת משנה של תבנית בסיס</a:t>
            </a:r>
          </a:p>
        </p:txBody>
      </p:sp>
      <p:sp>
        <p:nvSpPr>
          <p:cNvPr id="4" name="מציין מיקום של תאריך 3">
            <a:extLst>
              <a:ext uri="{FF2B5EF4-FFF2-40B4-BE49-F238E27FC236}">
                <a16:creationId xmlns:a16="http://schemas.microsoft.com/office/drawing/2014/main" id="{C8CC85D1-9F9C-A045-81F1-B1FF263A9EB7}"/>
              </a:ext>
            </a:extLst>
          </p:cNvPr>
          <p:cNvSpPr>
            <a:spLocks noGrp="1"/>
          </p:cNvSpPr>
          <p:nvPr>
            <p:ph type="dt" sz="half" idx="10"/>
          </p:nvPr>
        </p:nvSpPr>
        <p:spPr/>
        <p:txBody>
          <a:bodyPr/>
          <a:lstStyle/>
          <a:p>
            <a:fld id="{9897B6DE-DB68-5940-A66E-BE77918A0EDF}" type="datetimeFigureOut">
              <a:rPr lang="he-IL" smtClean="0"/>
              <a:t>י'.תשרי.תשפ"א</a:t>
            </a:fld>
            <a:endParaRPr lang="he-IL"/>
          </a:p>
        </p:txBody>
      </p:sp>
      <p:sp>
        <p:nvSpPr>
          <p:cNvPr id="5" name="מציין מיקום של כותרת תחתונה 4">
            <a:extLst>
              <a:ext uri="{FF2B5EF4-FFF2-40B4-BE49-F238E27FC236}">
                <a16:creationId xmlns:a16="http://schemas.microsoft.com/office/drawing/2014/main" id="{61897643-FF1E-4742-A05E-4AF325AAF9B0}"/>
              </a:ext>
            </a:extLst>
          </p:cNvPr>
          <p:cNvSpPr>
            <a:spLocks noGrp="1"/>
          </p:cNvSpPr>
          <p:nvPr>
            <p:ph type="ftr" sz="quarter" idx="11"/>
          </p:nvPr>
        </p:nvSpPr>
        <p:spPr/>
        <p:txBody>
          <a:bodyPr/>
          <a:lstStyle/>
          <a:p>
            <a:endParaRPr lang="he-IL"/>
          </a:p>
        </p:txBody>
      </p:sp>
      <p:sp>
        <p:nvSpPr>
          <p:cNvPr id="6" name="מציין מיקום של מספר שקופית 5">
            <a:extLst>
              <a:ext uri="{FF2B5EF4-FFF2-40B4-BE49-F238E27FC236}">
                <a16:creationId xmlns:a16="http://schemas.microsoft.com/office/drawing/2014/main" id="{070D3AB2-32E4-8146-8BB5-65829A09B2FD}"/>
              </a:ext>
            </a:extLst>
          </p:cNvPr>
          <p:cNvSpPr>
            <a:spLocks noGrp="1"/>
          </p:cNvSpPr>
          <p:nvPr>
            <p:ph type="sldNum" sz="quarter" idx="12"/>
          </p:nvPr>
        </p:nvSpPr>
        <p:spPr/>
        <p:txBody>
          <a:bodyPr/>
          <a:lstStyle/>
          <a:p>
            <a:fld id="{A8C63095-F238-5D40-AF8C-7753E9A0F245}" type="slidenum">
              <a:rPr lang="he-IL" smtClean="0"/>
              <a:t>‹#›</a:t>
            </a:fld>
            <a:endParaRPr lang="he-IL"/>
          </a:p>
        </p:txBody>
      </p:sp>
    </p:spTree>
    <p:extLst>
      <p:ext uri="{BB962C8B-B14F-4D97-AF65-F5344CB8AC3E}">
        <p14:creationId xmlns:p14="http://schemas.microsoft.com/office/powerpoint/2010/main" val="4856144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כותרת ותוכן">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7821BD78-9E73-F140-95FA-7E6306A2AC25}"/>
              </a:ext>
            </a:extLst>
          </p:cNvPr>
          <p:cNvSpPr>
            <a:spLocks noGrp="1"/>
          </p:cNvSpPr>
          <p:nvPr>
            <p:ph type="title"/>
          </p:nvPr>
        </p:nvSpPr>
        <p:spPr/>
        <p:txBody>
          <a:bodyPr/>
          <a:lstStyle/>
          <a:p>
            <a:r>
              <a:rPr lang="he-IL"/>
              <a:t>לחץ כדי לערוך סגנון כותרת של תבנית בסיס</a:t>
            </a:r>
          </a:p>
        </p:txBody>
      </p:sp>
      <p:sp>
        <p:nvSpPr>
          <p:cNvPr id="3" name="מציין מיקום תוכן 2">
            <a:extLst>
              <a:ext uri="{FF2B5EF4-FFF2-40B4-BE49-F238E27FC236}">
                <a16:creationId xmlns:a16="http://schemas.microsoft.com/office/drawing/2014/main" id="{F9D3A1A3-5AD1-514A-A58C-E238C4BEF1DB}"/>
              </a:ext>
            </a:extLst>
          </p:cNvPr>
          <p:cNvSpPr>
            <a:spLocks noGrp="1"/>
          </p:cNvSpPr>
          <p:nvPr>
            <p:ph idx="1"/>
          </p:nvPr>
        </p:nvSpPr>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a:extLst>
              <a:ext uri="{FF2B5EF4-FFF2-40B4-BE49-F238E27FC236}">
                <a16:creationId xmlns:a16="http://schemas.microsoft.com/office/drawing/2014/main" id="{DC7F3654-04A2-F145-AADC-8E3D42839EE2}"/>
              </a:ext>
            </a:extLst>
          </p:cNvPr>
          <p:cNvSpPr>
            <a:spLocks noGrp="1"/>
          </p:cNvSpPr>
          <p:nvPr>
            <p:ph type="dt" sz="half" idx="10"/>
          </p:nvPr>
        </p:nvSpPr>
        <p:spPr/>
        <p:txBody>
          <a:bodyPr/>
          <a:lstStyle/>
          <a:p>
            <a:fld id="{9897B6DE-DB68-5940-A66E-BE77918A0EDF}" type="datetimeFigureOut">
              <a:rPr lang="he-IL" smtClean="0"/>
              <a:t>י'.תשרי.תשפ"א</a:t>
            </a:fld>
            <a:endParaRPr lang="he-IL"/>
          </a:p>
        </p:txBody>
      </p:sp>
      <p:sp>
        <p:nvSpPr>
          <p:cNvPr id="5" name="מציין מיקום של כותרת תחתונה 4">
            <a:extLst>
              <a:ext uri="{FF2B5EF4-FFF2-40B4-BE49-F238E27FC236}">
                <a16:creationId xmlns:a16="http://schemas.microsoft.com/office/drawing/2014/main" id="{99AFFA38-4BA7-144E-9818-006C0D17A74F}"/>
              </a:ext>
            </a:extLst>
          </p:cNvPr>
          <p:cNvSpPr>
            <a:spLocks noGrp="1"/>
          </p:cNvSpPr>
          <p:nvPr>
            <p:ph type="ftr" sz="quarter" idx="11"/>
          </p:nvPr>
        </p:nvSpPr>
        <p:spPr/>
        <p:txBody>
          <a:bodyPr/>
          <a:lstStyle/>
          <a:p>
            <a:endParaRPr lang="he-IL"/>
          </a:p>
        </p:txBody>
      </p:sp>
      <p:sp>
        <p:nvSpPr>
          <p:cNvPr id="6" name="מציין מיקום של מספר שקופית 5">
            <a:extLst>
              <a:ext uri="{FF2B5EF4-FFF2-40B4-BE49-F238E27FC236}">
                <a16:creationId xmlns:a16="http://schemas.microsoft.com/office/drawing/2014/main" id="{CB6ADDA9-2FB2-624E-AF94-55FAA9E9EF0E}"/>
              </a:ext>
            </a:extLst>
          </p:cNvPr>
          <p:cNvSpPr>
            <a:spLocks noGrp="1"/>
          </p:cNvSpPr>
          <p:nvPr>
            <p:ph type="sldNum" sz="quarter" idx="12"/>
          </p:nvPr>
        </p:nvSpPr>
        <p:spPr/>
        <p:txBody>
          <a:bodyPr/>
          <a:lstStyle/>
          <a:p>
            <a:fld id="{A8C63095-F238-5D40-AF8C-7753E9A0F245}" type="slidenum">
              <a:rPr lang="he-IL" smtClean="0"/>
              <a:t>‹#›</a:t>
            </a:fld>
            <a:endParaRPr lang="he-IL"/>
          </a:p>
        </p:txBody>
      </p:sp>
    </p:spTree>
    <p:extLst>
      <p:ext uri="{BB962C8B-B14F-4D97-AF65-F5344CB8AC3E}">
        <p14:creationId xmlns:p14="http://schemas.microsoft.com/office/powerpoint/2010/main" val="18811550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כותרת מקטע עליונה">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93C4A24A-F981-EA49-B686-7FBA49A7A76E}"/>
              </a:ext>
            </a:extLst>
          </p:cNvPr>
          <p:cNvSpPr>
            <a:spLocks noGrp="1"/>
          </p:cNvSpPr>
          <p:nvPr>
            <p:ph type="title"/>
          </p:nvPr>
        </p:nvSpPr>
        <p:spPr>
          <a:xfrm>
            <a:off x="831850" y="1709738"/>
            <a:ext cx="10515600" cy="2852737"/>
          </a:xfrm>
        </p:spPr>
        <p:txBody>
          <a:bodyPr anchor="b"/>
          <a:lstStyle>
            <a:lvl1pPr>
              <a:defRPr sz="6000"/>
            </a:lvl1pPr>
          </a:lstStyle>
          <a:p>
            <a:r>
              <a:rPr lang="he-IL"/>
              <a:t>לחץ כדי לערוך סגנון כותרת של תבנית בסיס</a:t>
            </a:r>
          </a:p>
        </p:txBody>
      </p:sp>
      <p:sp>
        <p:nvSpPr>
          <p:cNvPr id="3" name="מציין מיקום טקסט 2">
            <a:extLst>
              <a:ext uri="{FF2B5EF4-FFF2-40B4-BE49-F238E27FC236}">
                <a16:creationId xmlns:a16="http://schemas.microsoft.com/office/drawing/2014/main" id="{FA891BA5-B3BD-8D40-91DC-3276E5EC609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he-IL"/>
              <a:t>לחץ כדי לערוך סגנונות טקסט של תבנית בסיס</a:t>
            </a:r>
          </a:p>
        </p:txBody>
      </p:sp>
      <p:sp>
        <p:nvSpPr>
          <p:cNvPr id="4" name="מציין מיקום של תאריך 3">
            <a:extLst>
              <a:ext uri="{FF2B5EF4-FFF2-40B4-BE49-F238E27FC236}">
                <a16:creationId xmlns:a16="http://schemas.microsoft.com/office/drawing/2014/main" id="{2E25B404-8CFA-3046-863F-875EECAF7505}"/>
              </a:ext>
            </a:extLst>
          </p:cNvPr>
          <p:cNvSpPr>
            <a:spLocks noGrp="1"/>
          </p:cNvSpPr>
          <p:nvPr>
            <p:ph type="dt" sz="half" idx="10"/>
          </p:nvPr>
        </p:nvSpPr>
        <p:spPr/>
        <p:txBody>
          <a:bodyPr/>
          <a:lstStyle/>
          <a:p>
            <a:fld id="{9897B6DE-DB68-5940-A66E-BE77918A0EDF}" type="datetimeFigureOut">
              <a:rPr lang="he-IL" smtClean="0"/>
              <a:t>י'.תשרי.תשפ"א</a:t>
            </a:fld>
            <a:endParaRPr lang="he-IL"/>
          </a:p>
        </p:txBody>
      </p:sp>
      <p:sp>
        <p:nvSpPr>
          <p:cNvPr id="5" name="מציין מיקום של כותרת תחתונה 4">
            <a:extLst>
              <a:ext uri="{FF2B5EF4-FFF2-40B4-BE49-F238E27FC236}">
                <a16:creationId xmlns:a16="http://schemas.microsoft.com/office/drawing/2014/main" id="{C4C8FB7B-367C-DA43-8FE8-D6BF88D6E818}"/>
              </a:ext>
            </a:extLst>
          </p:cNvPr>
          <p:cNvSpPr>
            <a:spLocks noGrp="1"/>
          </p:cNvSpPr>
          <p:nvPr>
            <p:ph type="ftr" sz="quarter" idx="11"/>
          </p:nvPr>
        </p:nvSpPr>
        <p:spPr/>
        <p:txBody>
          <a:bodyPr/>
          <a:lstStyle/>
          <a:p>
            <a:endParaRPr lang="he-IL"/>
          </a:p>
        </p:txBody>
      </p:sp>
      <p:sp>
        <p:nvSpPr>
          <p:cNvPr id="6" name="מציין מיקום של מספר שקופית 5">
            <a:extLst>
              <a:ext uri="{FF2B5EF4-FFF2-40B4-BE49-F238E27FC236}">
                <a16:creationId xmlns:a16="http://schemas.microsoft.com/office/drawing/2014/main" id="{727BE3CF-142F-1A4C-9318-90461711E74D}"/>
              </a:ext>
            </a:extLst>
          </p:cNvPr>
          <p:cNvSpPr>
            <a:spLocks noGrp="1"/>
          </p:cNvSpPr>
          <p:nvPr>
            <p:ph type="sldNum" sz="quarter" idx="12"/>
          </p:nvPr>
        </p:nvSpPr>
        <p:spPr/>
        <p:txBody>
          <a:bodyPr/>
          <a:lstStyle/>
          <a:p>
            <a:fld id="{A8C63095-F238-5D40-AF8C-7753E9A0F245}" type="slidenum">
              <a:rPr lang="he-IL" smtClean="0"/>
              <a:t>‹#›</a:t>
            </a:fld>
            <a:endParaRPr lang="he-IL"/>
          </a:p>
        </p:txBody>
      </p:sp>
    </p:spTree>
    <p:extLst>
      <p:ext uri="{BB962C8B-B14F-4D97-AF65-F5344CB8AC3E}">
        <p14:creationId xmlns:p14="http://schemas.microsoft.com/office/powerpoint/2010/main" val="11930749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שני תכנים">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A4A5ADED-C7DE-4B47-959C-969558F94861}"/>
              </a:ext>
            </a:extLst>
          </p:cNvPr>
          <p:cNvSpPr>
            <a:spLocks noGrp="1"/>
          </p:cNvSpPr>
          <p:nvPr>
            <p:ph type="title"/>
          </p:nvPr>
        </p:nvSpPr>
        <p:spPr/>
        <p:txBody>
          <a:bodyPr/>
          <a:lstStyle/>
          <a:p>
            <a:r>
              <a:rPr lang="he-IL"/>
              <a:t>לחץ כדי לערוך סגנון כותרת של תבנית בסיס</a:t>
            </a:r>
          </a:p>
        </p:txBody>
      </p:sp>
      <p:sp>
        <p:nvSpPr>
          <p:cNvPr id="3" name="מציין מיקום תוכן 2">
            <a:extLst>
              <a:ext uri="{FF2B5EF4-FFF2-40B4-BE49-F238E27FC236}">
                <a16:creationId xmlns:a16="http://schemas.microsoft.com/office/drawing/2014/main" id="{12E30A2E-CB4C-E14C-8FF6-BAFDFCAF8047}"/>
              </a:ext>
            </a:extLst>
          </p:cNvPr>
          <p:cNvSpPr>
            <a:spLocks noGrp="1"/>
          </p:cNvSpPr>
          <p:nvPr>
            <p:ph sz="half" idx="1"/>
          </p:nvPr>
        </p:nvSpPr>
        <p:spPr>
          <a:xfrm>
            <a:off x="838200" y="1825625"/>
            <a:ext cx="5181600" cy="435133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תוכן 3">
            <a:extLst>
              <a:ext uri="{FF2B5EF4-FFF2-40B4-BE49-F238E27FC236}">
                <a16:creationId xmlns:a16="http://schemas.microsoft.com/office/drawing/2014/main" id="{42C4E0C0-5174-A245-A960-0ACC8574EAAA}"/>
              </a:ext>
            </a:extLst>
          </p:cNvPr>
          <p:cNvSpPr>
            <a:spLocks noGrp="1"/>
          </p:cNvSpPr>
          <p:nvPr>
            <p:ph sz="half" idx="2"/>
          </p:nvPr>
        </p:nvSpPr>
        <p:spPr>
          <a:xfrm>
            <a:off x="6172200" y="1825625"/>
            <a:ext cx="5181600" cy="435133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5" name="מציין מיקום של תאריך 4">
            <a:extLst>
              <a:ext uri="{FF2B5EF4-FFF2-40B4-BE49-F238E27FC236}">
                <a16:creationId xmlns:a16="http://schemas.microsoft.com/office/drawing/2014/main" id="{BE8A4042-4FC0-E145-874E-947C97745EBD}"/>
              </a:ext>
            </a:extLst>
          </p:cNvPr>
          <p:cNvSpPr>
            <a:spLocks noGrp="1"/>
          </p:cNvSpPr>
          <p:nvPr>
            <p:ph type="dt" sz="half" idx="10"/>
          </p:nvPr>
        </p:nvSpPr>
        <p:spPr/>
        <p:txBody>
          <a:bodyPr/>
          <a:lstStyle/>
          <a:p>
            <a:fld id="{9897B6DE-DB68-5940-A66E-BE77918A0EDF}" type="datetimeFigureOut">
              <a:rPr lang="he-IL" smtClean="0"/>
              <a:t>י'.תשרי.תשפ"א</a:t>
            </a:fld>
            <a:endParaRPr lang="he-IL"/>
          </a:p>
        </p:txBody>
      </p:sp>
      <p:sp>
        <p:nvSpPr>
          <p:cNvPr id="6" name="מציין מיקום של כותרת תחתונה 5">
            <a:extLst>
              <a:ext uri="{FF2B5EF4-FFF2-40B4-BE49-F238E27FC236}">
                <a16:creationId xmlns:a16="http://schemas.microsoft.com/office/drawing/2014/main" id="{88F2F617-BE2A-7941-8ED8-84E94E070368}"/>
              </a:ext>
            </a:extLst>
          </p:cNvPr>
          <p:cNvSpPr>
            <a:spLocks noGrp="1"/>
          </p:cNvSpPr>
          <p:nvPr>
            <p:ph type="ftr" sz="quarter" idx="11"/>
          </p:nvPr>
        </p:nvSpPr>
        <p:spPr/>
        <p:txBody>
          <a:bodyPr/>
          <a:lstStyle/>
          <a:p>
            <a:endParaRPr lang="he-IL"/>
          </a:p>
        </p:txBody>
      </p:sp>
      <p:sp>
        <p:nvSpPr>
          <p:cNvPr id="7" name="מציין מיקום של מספר שקופית 6">
            <a:extLst>
              <a:ext uri="{FF2B5EF4-FFF2-40B4-BE49-F238E27FC236}">
                <a16:creationId xmlns:a16="http://schemas.microsoft.com/office/drawing/2014/main" id="{B06C6E74-6AE1-0E4F-9FF2-B1C288E78076}"/>
              </a:ext>
            </a:extLst>
          </p:cNvPr>
          <p:cNvSpPr>
            <a:spLocks noGrp="1"/>
          </p:cNvSpPr>
          <p:nvPr>
            <p:ph type="sldNum" sz="quarter" idx="12"/>
          </p:nvPr>
        </p:nvSpPr>
        <p:spPr/>
        <p:txBody>
          <a:bodyPr/>
          <a:lstStyle/>
          <a:p>
            <a:fld id="{A8C63095-F238-5D40-AF8C-7753E9A0F245}" type="slidenum">
              <a:rPr lang="he-IL" smtClean="0"/>
              <a:t>‹#›</a:t>
            </a:fld>
            <a:endParaRPr lang="he-IL"/>
          </a:p>
        </p:txBody>
      </p:sp>
    </p:spTree>
    <p:extLst>
      <p:ext uri="{BB962C8B-B14F-4D97-AF65-F5344CB8AC3E}">
        <p14:creationId xmlns:p14="http://schemas.microsoft.com/office/powerpoint/2010/main" val="24267183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השוואה">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A315ABF1-9765-0C42-9DF3-0DAD080AC2F0}"/>
              </a:ext>
            </a:extLst>
          </p:cNvPr>
          <p:cNvSpPr>
            <a:spLocks noGrp="1"/>
          </p:cNvSpPr>
          <p:nvPr>
            <p:ph type="title"/>
          </p:nvPr>
        </p:nvSpPr>
        <p:spPr>
          <a:xfrm>
            <a:off x="839788" y="365125"/>
            <a:ext cx="10515600" cy="1325563"/>
          </a:xfrm>
        </p:spPr>
        <p:txBody>
          <a:bodyPr/>
          <a:lstStyle/>
          <a:p>
            <a:r>
              <a:rPr lang="he-IL"/>
              <a:t>לחץ כדי לערוך סגנון כותרת של תבנית בסיס</a:t>
            </a:r>
          </a:p>
        </p:txBody>
      </p:sp>
      <p:sp>
        <p:nvSpPr>
          <p:cNvPr id="3" name="מציין מיקום טקסט 2">
            <a:extLst>
              <a:ext uri="{FF2B5EF4-FFF2-40B4-BE49-F238E27FC236}">
                <a16:creationId xmlns:a16="http://schemas.microsoft.com/office/drawing/2014/main" id="{FC89D00E-DF3F-6D40-9008-D0DB217B442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לחץ כדי לערוך סגנונות טקסט של תבנית בסיס</a:t>
            </a:r>
          </a:p>
        </p:txBody>
      </p:sp>
      <p:sp>
        <p:nvSpPr>
          <p:cNvPr id="4" name="מציין מיקום תוכן 3">
            <a:extLst>
              <a:ext uri="{FF2B5EF4-FFF2-40B4-BE49-F238E27FC236}">
                <a16:creationId xmlns:a16="http://schemas.microsoft.com/office/drawing/2014/main" id="{322523F1-D4D6-344D-BC32-877809C471C5}"/>
              </a:ext>
            </a:extLst>
          </p:cNvPr>
          <p:cNvSpPr>
            <a:spLocks noGrp="1"/>
          </p:cNvSpPr>
          <p:nvPr>
            <p:ph sz="half" idx="2"/>
          </p:nvPr>
        </p:nvSpPr>
        <p:spPr>
          <a:xfrm>
            <a:off x="839788" y="2505075"/>
            <a:ext cx="5157787" cy="368458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5" name="מציין מיקום טקסט 4">
            <a:extLst>
              <a:ext uri="{FF2B5EF4-FFF2-40B4-BE49-F238E27FC236}">
                <a16:creationId xmlns:a16="http://schemas.microsoft.com/office/drawing/2014/main" id="{7560FB22-A906-EC48-BE0B-C0C176460B7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לחץ כדי לערוך סגנונות טקסט של תבנית בסיס</a:t>
            </a:r>
          </a:p>
        </p:txBody>
      </p:sp>
      <p:sp>
        <p:nvSpPr>
          <p:cNvPr id="6" name="מציין מיקום תוכן 5">
            <a:extLst>
              <a:ext uri="{FF2B5EF4-FFF2-40B4-BE49-F238E27FC236}">
                <a16:creationId xmlns:a16="http://schemas.microsoft.com/office/drawing/2014/main" id="{5BF01818-5B4F-F34D-8FD7-C774E2E263B4}"/>
              </a:ext>
            </a:extLst>
          </p:cNvPr>
          <p:cNvSpPr>
            <a:spLocks noGrp="1"/>
          </p:cNvSpPr>
          <p:nvPr>
            <p:ph sz="quarter" idx="4"/>
          </p:nvPr>
        </p:nvSpPr>
        <p:spPr>
          <a:xfrm>
            <a:off x="6172200" y="2505075"/>
            <a:ext cx="5183188" cy="368458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7" name="מציין מיקום של תאריך 6">
            <a:extLst>
              <a:ext uri="{FF2B5EF4-FFF2-40B4-BE49-F238E27FC236}">
                <a16:creationId xmlns:a16="http://schemas.microsoft.com/office/drawing/2014/main" id="{9253D924-ECA9-4F44-A4F2-AA0F85E17ABD}"/>
              </a:ext>
            </a:extLst>
          </p:cNvPr>
          <p:cNvSpPr>
            <a:spLocks noGrp="1"/>
          </p:cNvSpPr>
          <p:nvPr>
            <p:ph type="dt" sz="half" idx="10"/>
          </p:nvPr>
        </p:nvSpPr>
        <p:spPr/>
        <p:txBody>
          <a:bodyPr/>
          <a:lstStyle/>
          <a:p>
            <a:fld id="{9897B6DE-DB68-5940-A66E-BE77918A0EDF}" type="datetimeFigureOut">
              <a:rPr lang="he-IL" smtClean="0"/>
              <a:t>י'.תשרי.תשפ"א</a:t>
            </a:fld>
            <a:endParaRPr lang="he-IL"/>
          </a:p>
        </p:txBody>
      </p:sp>
      <p:sp>
        <p:nvSpPr>
          <p:cNvPr id="8" name="מציין מיקום של כותרת תחתונה 7">
            <a:extLst>
              <a:ext uri="{FF2B5EF4-FFF2-40B4-BE49-F238E27FC236}">
                <a16:creationId xmlns:a16="http://schemas.microsoft.com/office/drawing/2014/main" id="{24F93421-B312-B247-BFF1-4821AB26560A}"/>
              </a:ext>
            </a:extLst>
          </p:cNvPr>
          <p:cNvSpPr>
            <a:spLocks noGrp="1"/>
          </p:cNvSpPr>
          <p:nvPr>
            <p:ph type="ftr" sz="quarter" idx="11"/>
          </p:nvPr>
        </p:nvSpPr>
        <p:spPr/>
        <p:txBody>
          <a:bodyPr/>
          <a:lstStyle/>
          <a:p>
            <a:endParaRPr lang="he-IL"/>
          </a:p>
        </p:txBody>
      </p:sp>
      <p:sp>
        <p:nvSpPr>
          <p:cNvPr id="9" name="מציין מיקום של מספר שקופית 8">
            <a:extLst>
              <a:ext uri="{FF2B5EF4-FFF2-40B4-BE49-F238E27FC236}">
                <a16:creationId xmlns:a16="http://schemas.microsoft.com/office/drawing/2014/main" id="{66FF74DA-91B1-E542-8F31-63E89CF3C87A}"/>
              </a:ext>
            </a:extLst>
          </p:cNvPr>
          <p:cNvSpPr>
            <a:spLocks noGrp="1"/>
          </p:cNvSpPr>
          <p:nvPr>
            <p:ph type="sldNum" sz="quarter" idx="12"/>
          </p:nvPr>
        </p:nvSpPr>
        <p:spPr/>
        <p:txBody>
          <a:bodyPr/>
          <a:lstStyle/>
          <a:p>
            <a:fld id="{A8C63095-F238-5D40-AF8C-7753E9A0F245}" type="slidenum">
              <a:rPr lang="he-IL" smtClean="0"/>
              <a:t>‹#›</a:t>
            </a:fld>
            <a:endParaRPr lang="he-IL"/>
          </a:p>
        </p:txBody>
      </p:sp>
    </p:spTree>
    <p:extLst>
      <p:ext uri="{BB962C8B-B14F-4D97-AF65-F5344CB8AC3E}">
        <p14:creationId xmlns:p14="http://schemas.microsoft.com/office/powerpoint/2010/main" val="23146242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כותרת בלבד">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0DE6D930-96F4-A445-AADC-17CB047282F8}"/>
              </a:ext>
            </a:extLst>
          </p:cNvPr>
          <p:cNvSpPr>
            <a:spLocks noGrp="1"/>
          </p:cNvSpPr>
          <p:nvPr>
            <p:ph type="title"/>
          </p:nvPr>
        </p:nvSpPr>
        <p:spPr/>
        <p:txBody>
          <a:bodyPr/>
          <a:lstStyle/>
          <a:p>
            <a:r>
              <a:rPr lang="he-IL"/>
              <a:t>לחץ כדי לערוך סגנון כותרת של תבנית בסיס</a:t>
            </a:r>
          </a:p>
        </p:txBody>
      </p:sp>
      <p:sp>
        <p:nvSpPr>
          <p:cNvPr id="3" name="מציין מיקום של תאריך 2">
            <a:extLst>
              <a:ext uri="{FF2B5EF4-FFF2-40B4-BE49-F238E27FC236}">
                <a16:creationId xmlns:a16="http://schemas.microsoft.com/office/drawing/2014/main" id="{8F4794F7-DF46-164D-825D-4515BD2DBD93}"/>
              </a:ext>
            </a:extLst>
          </p:cNvPr>
          <p:cNvSpPr>
            <a:spLocks noGrp="1"/>
          </p:cNvSpPr>
          <p:nvPr>
            <p:ph type="dt" sz="half" idx="10"/>
          </p:nvPr>
        </p:nvSpPr>
        <p:spPr/>
        <p:txBody>
          <a:bodyPr/>
          <a:lstStyle/>
          <a:p>
            <a:fld id="{9897B6DE-DB68-5940-A66E-BE77918A0EDF}" type="datetimeFigureOut">
              <a:rPr lang="he-IL" smtClean="0"/>
              <a:t>י'.תשרי.תשפ"א</a:t>
            </a:fld>
            <a:endParaRPr lang="he-IL"/>
          </a:p>
        </p:txBody>
      </p:sp>
      <p:sp>
        <p:nvSpPr>
          <p:cNvPr id="4" name="מציין מיקום של כותרת תחתונה 3">
            <a:extLst>
              <a:ext uri="{FF2B5EF4-FFF2-40B4-BE49-F238E27FC236}">
                <a16:creationId xmlns:a16="http://schemas.microsoft.com/office/drawing/2014/main" id="{6C166BE6-CAC1-1144-9A1E-F62489A7A689}"/>
              </a:ext>
            </a:extLst>
          </p:cNvPr>
          <p:cNvSpPr>
            <a:spLocks noGrp="1"/>
          </p:cNvSpPr>
          <p:nvPr>
            <p:ph type="ftr" sz="quarter" idx="11"/>
          </p:nvPr>
        </p:nvSpPr>
        <p:spPr/>
        <p:txBody>
          <a:bodyPr/>
          <a:lstStyle/>
          <a:p>
            <a:endParaRPr lang="he-IL"/>
          </a:p>
        </p:txBody>
      </p:sp>
      <p:sp>
        <p:nvSpPr>
          <p:cNvPr id="5" name="מציין מיקום של מספר שקופית 4">
            <a:extLst>
              <a:ext uri="{FF2B5EF4-FFF2-40B4-BE49-F238E27FC236}">
                <a16:creationId xmlns:a16="http://schemas.microsoft.com/office/drawing/2014/main" id="{270285BB-EB64-DA44-875E-0AD8263F9943}"/>
              </a:ext>
            </a:extLst>
          </p:cNvPr>
          <p:cNvSpPr>
            <a:spLocks noGrp="1"/>
          </p:cNvSpPr>
          <p:nvPr>
            <p:ph type="sldNum" sz="quarter" idx="12"/>
          </p:nvPr>
        </p:nvSpPr>
        <p:spPr/>
        <p:txBody>
          <a:bodyPr/>
          <a:lstStyle/>
          <a:p>
            <a:fld id="{A8C63095-F238-5D40-AF8C-7753E9A0F245}" type="slidenum">
              <a:rPr lang="he-IL" smtClean="0"/>
              <a:t>‹#›</a:t>
            </a:fld>
            <a:endParaRPr lang="he-IL"/>
          </a:p>
        </p:txBody>
      </p:sp>
    </p:spTree>
    <p:extLst>
      <p:ext uri="{BB962C8B-B14F-4D97-AF65-F5344CB8AC3E}">
        <p14:creationId xmlns:p14="http://schemas.microsoft.com/office/powerpoint/2010/main" val="6005689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ריק">
    <p:spTree>
      <p:nvGrpSpPr>
        <p:cNvPr id="1" name=""/>
        <p:cNvGrpSpPr/>
        <p:nvPr/>
      </p:nvGrpSpPr>
      <p:grpSpPr>
        <a:xfrm>
          <a:off x="0" y="0"/>
          <a:ext cx="0" cy="0"/>
          <a:chOff x="0" y="0"/>
          <a:chExt cx="0" cy="0"/>
        </a:xfrm>
      </p:grpSpPr>
      <p:sp>
        <p:nvSpPr>
          <p:cNvPr id="2" name="מציין מיקום של תאריך 1">
            <a:extLst>
              <a:ext uri="{FF2B5EF4-FFF2-40B4-BE49-F238E27FC236}">
                <a16:creationId xmlns:a16="http://schemas.microsoft.com/office/drawing/2014/main" id="{93DD6B6E-8FBF-3846-A2AE-4D3B3D6E1908}"/>
              </a:ext>
            </a:extLst>
          </p:cNvPr>
          <p:cNvSpPr>
            <a:spLocks noGrp="1"/>
          </p:cNvSpPr>
          <p:nvPr>
            <p:ph type="dt" sz="half" idx="10"/>
          </p:nvPr>
        </p:nvSpPr>
        <p:spPr/>
        <p:txBody>
          <a:bodyPr/>
          <a:lstStyle/>
          <a:p>
            <a:fld id="{9897B6DE-DB68-5940-A66E-BE77918A0EDF}" type="datetimeFigureOut">
              <a:rPr lang="he-IL" smtClean="0"/>
              <a:t>י'.תשרי.תשפ"א</a:t>
            </a:fld>
            <a:endParaRPr lang="he-IL"/>
          </a:p>
        </p:txBody>
      </p:sp>
      <p:sp>
        <p:nvSpPr>
          <p:cNvPr id="3" name="מציין מיקום של כותרת תחתונה 2">
            <a:extLst>
              <a:ext uri="{FF2B5EF4-FFF2-40B4-BE49-F238E27FC236}">
                <a16:creationId xmlns:a16="http://schemas.microsoft.com/office/drawing/2014/main" id="{7B9887FA-70C0-D245-98C1-10A35C8952CF}"/>
              </a:ext>
            </a:extLst>
          </p:cNvPr>
          <p:cNvSpPr>
            <a:spLocks noGrp="1"/>
          </p:cNvSpPr>
          <p:nvPr>
            <p:ph type="ftr" sz="quarter" idx="11"/>
          </p:nvPr>
        </p:nvSpPr>
        <p:spPr/>
        <p:txBody>
          <a:bodyPr/>
          <a:lstStyle/>
          <a:p>
            <a:endParaRPr lang="he-IL"/>
          </a:p>
        </p:txBody>
      </p:sp>
      <p:sp>
        <p:nvSpPr>
          <p:cNvPr id="4" name="מציין מיקום של מספר שקופית 3">
            <a:extLst>
              <a:ext uri="{FF2B5EF4-FFF2-40B4-BE49-F238E27FC236}">
                <a16:creationId xmlns:a16="http://schemas.microsoft.com/office/drawing/2014/main" id="{FDF3311C-FE49-914F-8BCA-41E42784ECF0}"/>
              </a:ext>
            </a:extLst>
          </p:cNvPr>
          <p:cNvSpPr>
            <a:spLocks noGrp="1"/>
          </p:cNvSpPr>
          <p:nvPr>
            <p:ph type="sldNum" sz="quarter" idx="12"/>
          </p:nvPr>
        </p:nvSpPr>
        <p:spPr/>
        <p:txBody>
          <a:bodyPr/>
          <a:lstStyle/>
          <a:p>
            <a:fld id="{A8C63095-F238-5D40-AF8C-7753E9A0F245}" type="slidenum">
              <a:rPr lang="he-IL" smtClean="0"/>
              <a:t>‹#›</a:t>
            </a:fld>
            <a:endParaRPr lang="he-IL"/>
          </a:p>
        </p:txBody>
      </p:sp>
    </p:spTree>
    <p:extLst>
      <p:ext uri="{BB962C8B-B14F-4D97-AF65-F5344CB8AC3E}">
        <p14:creationId xmlns:p14="http://schemas.microsoft.com/office/powerpoint/2010/main" val="17310345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תוכן עם כיתוב">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B5C6873F-BF1B-A84D-AEDB-3A40CCB87FCC}"/>
              </a:ext>
            </a:extLst>
          </p:cNvPr>
          <p:cNvSpPr>
            <a:spLocks noGrp="1"/>
          </p:cNvSpPr>
          <p:nvPr>
            <p:ph type="title"/>
          </p:nvPr>
        </p:nvSpPr>
        <p:spPr>
          <a:xfrm>
            <a:off x="839788" y="457200"/>
            <a:ext cx="3932237" cy="1600200"/>
          </a:xfrm>
        </p:spPr>
        <p:txBody>
          <a:bodyPr anchor="b"/>
          <a:lstStyle>
            <a:lvl1pPr>
              <a:defRPr sz="3200"/>
            </a:lvl1pPr>
          </a:lstStyle>
          <a:p>
            <a:r>
              <a:rPr lang="he-IL"/>
              <a:t>לחץ כדי לערוך סגנון כותרת של תבנית בסיס</a:t>
            </a:r>
          </a:p>
        </p:txBody>
      </p:sp>
      <p:sp>
        <p:nvSpPr>
          <p:cNvPr id="3" name="מציין מיקום תוכן 2">
            <a:extLst>
              <a:ext uri="{FF2B5EF4-FFF2-40B4-BE49-F238E27FC236}">
                <a16:creationId xmlns:a16="http://schemas.microsoft.com/office/drawing/2014/main" id="{B31D0D5B-A6F0-0B46-9132-0E0296C5BD0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טקסט 3">
            <a:extLst>
              <a:ext uri="{FF2B5EF4-FFF2-40B4-BE49-F238E27FC236}">
                <a16:creationId xmlns:a16="http://schemas.microsoft.com/office/drawing/2014/main" id="{222E2D08-253B-534D-A6C8-56B1E0D63D7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לחץ כדי לערוך סגנונות טקסט של תבנית בסיס</a:t>
            </a:r>
          </a:p>
        </p:txBody>
      </p:sp>
      <p:sp>
        <p:nvSpPr>
          <p:cNvPr id="5" name="מציין מיקום של תאריך 4">
            <a:extLst>
              <a:ext uri="{FF2B5EF4-FFF2-40B4-BE49-F238E27FC236}">
                <a16:creationId xmlns:a16="http://schemas.microsoft.com/office/drawing/2014/main" id="{52015B24-2ACF-6547-9CAC-36C0938A529B}"/>
              </a:ext>
            </a:extLst>
          </p:cNvPr>
          <p:cNvSpPr>
            <a:spLocks noGrp="1"/>
          </p:cNvSpPr>
          <p:nvPr>
            <p:ph type="dt" sz="half" idx="10"/>
          </p:nvPr>
        </p:nvSpPr>
        <p:spPr/>
        <p:txBody>
          <a:bodyPr/>
          <a:lstStyle/>
          <a:p>
            <a:fld id="{9897B6DE-DB68-5940-A66E-BE77918A0EDF}" type="datetimeFigureOut">
              <a:rPr lang="he-IL" smtClean="0"/>
              <a:t>י'.תשרי.תשפ"א</a:t>
            </a:fld>
            <a:endParaRPr lang="he-IL"/>
          </a:p>
        </p:txBody>
      </p:sp>
      <p:sp>
        <p:nvSpPr>
          <p:cNvPr id="6" name="מציין מיקום של כותרת תחתונה 5">
            <a:extLst>
              <a:ext uri="{FF2B5EF4-FFF2-40B4-BE49-F238E27FC236}">
                <a16:creationId xmlns:a16="http://schemas.microsoft.com/office/drawing/2014/main" id="{2AE19E8E-109D-2549-A54C-551A71044430}"/>
              </a:ext>
            </a:extLst>
          </p:cNvPr>
          <p:cNvSpPr>
            <a:spLocks noGrp="1"/>
          </p:cNvSpPr>
          <p:nvPr>
            <p:ph type="ftr" sz="quarter" idx="11"/>
          </p:nvPr>
        </p:nvSpPr>
        <p:spPr/>
        <p:txBody>
          <a:bodyPr/>
          <a:lstStyle/>
          <a:p>
            <a:endParaRPr lang="he-IL"/>
          </a:p>
        </p:txBody>
      </p:sp>
      <p:sp>
        <p:nvSpPr>
          <p:cNvPr id="7" name="מציין מיקום של מספר שקופית 6">
            <a:extLst>
              <a:ext uri="{FF2B5EF4-FFF2-40B4-BE49-F238E27FC236}">
                <a16:creationId xmlns:a16="http://schemas.microsoft.com/office/drawing/2014/main" id="{83119252-0478-E849-9531-488EE0D11CE3}"/>
              </a:ext>
            </a:extLst>
          </p:cNvPr>
          <p:cNvSpPr>
            <a:spLocks noGrp="1"/>
          </p:cNvSpPr>
          <p:nvPr>
            <p:ph type="sldNum" sz="quarter" idx="12"/>
          </p:nvPr>
        </p:nvSpPr>
        <p:spPr/>
        <p:txBody>
          <a:bodyPr/>
          <a:lstStyle/>
          <a:p>
            <a:fld id="{A8C63095-F238-5D40-AF8C-7753E9A0F245}" type="slidenum">
              <a:rPr lang="he-IL" smtClean="0"/>
              <a:t>‹#›</a:t>
            </a:fld>
            <a:endParaRPr lang="he-IL"/>
          </a:p>
        </p:txBody>
      </p:sp>
    </p:spTree>
    <p:extLst>
      <p:ext uri="{BB962C8B-B14F-4D97-AF65-F5344CB8AC3E}">
        <p14:creationId xmlns:p14="http://schemas.microsoft.com/office/powerpoint/2010/main" val="277477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תמונה עם כיתוב">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501790FA-39D9-274A-B5CD-7FD2353FF3B9}"/>
              </a:ext>
            </a:extLst>
          </p:cNvPr>
          <p:cNvSpPr>
            <a:spLocks noGrp="1"/>
          </p:cNvSpPr>
          <p:nvPr>
            <p:ph type="title"/>
          </p:nvPr>
        </p:nvSpPr>
        <p:spPr>
          <a:xfrm>
            <a:off x="839788" y="457200"/>
            <a:ext cx="3932237" cy="1600200"/>
          </a:xfrm>
        </p:spPr>
        <p:txBody>
          <a:bodyPr anchor="b"/>
          <a:lstStyle>
            <a:lvl1pPr>
              <a:defRPr sz="3200"/>
            </a:lvl1pPr>
          </a:lstStyle>
          <a:p>
            <a:r>
              <a:rPr lang="he-IL"/>
              <a:t>לחץ כדי לערוך סגנון כותרת של תבנית בסיס</a:t>
            </a:r>
          </a:p>
        </p:txBody>
      </p:sp>
      <p:sp>
        <p:nvSpPr>
          <p:cNvPr id="3" name="מציין מיקום של תמונה 2">
            <a:extLst>
              <a:ext uri="{FF2B5EF4-FFF2-40B4-BE49-F238E27FC236}">
                <a16:creationId xmlns:a16="http://schemas.microsoft.com/office/drawing/2014/main" id="{3E13202E-0F03-294D-B5C4-459574F37FA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he-IL"/>
          </a:p>
        </p:txBody>
      </p:sp>
      <p:sp>
        <p:nvSpPr>
          <p:cNvPr id="4" name="מציין מיקום טקסט 3">
            <a:extLst>
              <a:ext uri="{FF2B5EF4-FFF2-40B4-BE49-F238E27FC236}">
                <a16:creationId xmlns:a16="http://schemas.microsoft.com/office/drawing/2014/main" id="{9173E2CF-F829-5D4E-A246-2CABFEEBB66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לחץ כדי לערוך סגנונות טקסט של תבנית בסיס</a:t>
            </a:r>
          </a:p>
        </p:txBody>
      </p:sp>
      <p:sp>
        <p:nvSpPr>
          <p:cNvPr id="5" name="מציין מיקום של תאריך 4">
            <a:extLst>
              <a:ext uri="{FF2B5EF4-FFF2-40B4-BE49-F238E27FC236}">
                <a16:creationId xmlns:a16="http://schemas.microsoft.com/office/drawing/2014/main" id="{07F6B0AB-8833-C84E-A355-EF5BD0775C78}"/>
              </a:ext>
            </a:extLst>
          </p:cNvPr>
          <p:cNvSpPr>
            <a:spLocks noGrp="1"/>
          </p:cNvSpPr>
          <p:nvPr>
            <p:ph type="dt" sz="half" idx="10"/>
          </p:nvPr>
        </p:nvSpPr>
        <p:spPr/>
        <p:txBody>
          <a:bodyPr/>
          <a:lstStyle/>
          <a:p>
            <a:fld id="{9897B6DE-DB68-5940-A66E-BE77918A0EDF}" type="datetimeFigureOut">
              <a:rPr lang="he-IL" smtClean="0"/>
              <a:t>י'.תשרי.תשפ"א</a:t>
            </a:fld>
            <a:endParaRPr lang="he-IL"/>
          </a:p>
        </p:txBody>
      </p:sp>
      <p:sp>
        <p:nvSpPr>
          <p:cNvPr id="6" name="מציין מיקום של כותרת תחתונה 5">
            <a:extLst>
              <a:ext uri="{FF2B5EF4-FFF2-40B4-BE49-F238E27FC236}">
                <a16:creationId xmlns:a16="http://schemas.microsoft.com/office/drawing/2014/main" id="{C4D22498-9A5F-3647-A6B9-1D3774E1C655}"/>
              </a:ext>
            </a:extLst>
          </p:cNvPr>
          <p:cNvSpPr>
            <a:spLocks noGrp="1"/>
          </p:cNvSpPr>
          <p:nvPr>
            <p:ph type="ftr" sz="quarter" idx="11"/>
          </p:nvPr>
        </p:nvSpPr>
        <p:spPr/>
        <p:txBody>
          <a:bodyPr/>
          <a:lstStyle/>
          <a:p>
            <a:endParaRPr lang="he-IL"/>
          </a:p>
        </p:txBody>
      </p:sp>
      <p:sp>
        <p:nvSpPr>
          <p:cNvPr id="7" name="מציין מיקום של מספר שקופית 6">
            <a:extLst>
              <a:ext uri="{FF2B5EF4-FFF2-40B4-BE49-F238E27FC236}">
                <a16:creationId xmlns:a16="http://schemas.microsoft.com/office/drawing/2014/main" id="{B1082566-600E-894D-9CEF-A53F2B9B9473}"/>
              </a:ext>
            </a:extLst>
          </p:cNvPr>
          <p:cNvSpPr>
            <a:spLocks noGrp="1"/>
          </p:cNvSpPr>
          <p:nvPr>
            <p:ph type="sldNum" sz="quarter" idx="12"/>
          </p:nvPr>
        </p:nvSpPr>
        <p:spPr/>
        <p:txBody>
          <a:bodyPr/>
          <a:lstStyle/>
          <a:p>
            <a:fld id="{A8C63095-F238-5D40-AF8C-7753E9A0F245}" type="slidenum">
              <a:rPr lang="he-IL" smtClean="0"/>
              <a:t>‹#›</a:t>
            </a:fld>
            <a:endParaRPr lang="he-IL"/>
          </a:p>
        </p:txBody>
      </p:sp>
    </p:spTree>
    <p:extLst>
      <p:ext uri="{BB962C8B-B14F-4D97-AF65-F5344CB8AC3E}">
        <p14:creationId xmlns:p14="http://schemas.microsoft.com/office/powerpoint/2010/main" val="38456497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כותרת וטקסט אנכי">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6BD40017-A910-244A-8A6E-94A0B39159C4}"/>
              </a:ext>
            </a:extLst>
          </p:cNvPr>
          <p:cNvSpPr>
            <a:spLocks noGrp="1"/>
          </p:cNvSpPr>
          <p:nvPr>
            <p:ph type="title"/>
          </p:nvPr>
        </p:nvSpPr>
        <p:spPr/>
        <p:txBody>
          <a:bodyPr/>
          <a:lstStyle/>
          <a:p>
            <a:r>
              <a:rPr lang="he-IL"/>
              <a:t>לחץ כדי לערוך סגנון כותרת של תבנית בסיס</a:t>
            </a:r>
          </a:p>
        </p:txBody>
      </p:sp>
      <p:sp>
        <p:nvSpPr>
          <p:cNvPr id="3" name="מציין מיקום של טקסט אנכי 2">
            <a:extLst>
              <a:ext uri="{FF2B5EF4-FFF2-40B4-BE49-F238E27FC236}">
                <a16:creationId xmlns:a16="http://schemas.microsoft.com/office/drawing/2014/main" id="{A04E5292-996A-D342-B7EE-F0E34A2536F8}"/>
              </a:ext>
            </a:extLst>
          </p:cNvPr>
          <p:cNvSpPr>
            <a:spLocks noGrp="1"/>
          </p:cNvSpPr>
          <p:nvPr>
            <p:ph type="body" orient="vert" idx="1"/>
          </p:nvPr>
        </p:nvSpPr>
        <p:spPr/>
        <p:txBody>
          <a:bodyPr vert="eaVert"/>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a:extLst>
              <a:ext uri="{FF2B5EF4-FFF2-40B4-BE49-F238E27FC236}">
                <a16:creationId xmlns:a16="http://schemas.microsoft.com/office/drawing/2014/main" id="{10D5292F-1FD1-AC47-87B9-EE724C602FCE}"/>
              </a:ext>
            </a:extLst>
          </p:cNvPr>
          <p:cNvSpPr>
            <a:spLocks noGrp="1"/>
          </p:cNvSpPr>
          <p:nvPr>
            <p:ph type="dt" sz="half" idx="10"/>
          </p:nvPr>
        </p:nvSpPr>
        <p:spPr/>
        <p:txBody>
          <a:bodyPr/>
          <a:lstStyle/>
          <a:p>
            <a:fld id="{9897B6DE-DB68-5940-A66E-BE77918A0EDF}" type="datetimeFigureOut">
              <a:rPr lang="he-IL" smtClean="0"/>
              <a:t>י'.תשרי.תשפ"א</a:t>
            </a:fld>
            <a:endParaRPr lang="he-IL"/>
          </a:p>
        </p:txBody>
      </p:sp>
      <p:sp>
        <p:nvSpPr>
          <p:cNvPr id="5" name="מציין מיקום של כותרת תחתונה 4">
            <a:extLst>
              <a:ext uri="{FF2B5EF4-FFF2-40B4-BE49-F238E27FC236}">
                <a16:creationId xmlns:a16="http://schemas.microsoft.com/office/drawing/2014/main" id="{CFE68B23-B969-364A-8C19-1AC5B0DCE35D}"/>
              </a:ext>
            </a:extLst>
          </p:cNvPr>
          <p:cNvSpPr>
            <a:spLocks noGrp="1"/>
          </p:cNvSpPr>
          <p:nvPr>
            <p:ph type="ftr" sz="quarter" idx="11"/>
          </p:nvPr>
        </p:nvSpPr>
        <p:spPr/>
        <p:txBody>
          <a:bodyPr/>
          <a:lstStyle/>
          <a:p>
            <a:endParaRPr lang="he-IL"/>
          </a:p>
        </p:txBody>
      </p:sp>
      <p:sp>
        <p:nvSpPr>
          <p:cNvPr id="6" name="מציין מיקום של מספר שקופית 5">
            <a:extLst>
              <a:ext uri="{FF2B5EF4-FFF2-40B4-BE49-F238E27FC236}">
                <a16:creationId xmlns:a16="http://schemas.microsoft.com/office/drawing/2014/main" id="{74039F9F-762A-9648-8666-240746295ACB}"/>
              </a:ext>
            </a:extLst>
          </p:cNvPr>
          <p:cNvSpPr>
            <a:spLocks noGrp="1"/>
          </p:cNvSpPr>
          <p:nvPr>
            <p:ph type="sldNum" sz="quarter" idx="12"/>
          </p:nvPr>
        </p:nvSpPr>
        <p:spPr/>
        <p:txBody>
          <a:bodyPr/>
          <a:lstStyle/>
          <a:p>
            <a:fld id="{A8C63095-F238-5D40-AF8C-7753E9A0F245}" type="slidenum">
              <a:rPr lang="he-IL" smtClean="0"/>
              <a:t>‹#›</a:t>
            </a:fld>
            <a:endParaRPr lang="he-IL"/>
          </a:p>
        </p:txBody>
      </p:sp>
    </p:spTree>
    <p:extLst>
      <p:ext uri="{BB962C8B-B14F-4D97-AF65-F5344CB8AC3E}">
        <p14:creationId xmlns:p14="http://schemas.microsoft.com/office/powerpoint/2010/main" val="37324167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כותרת אנכית וטקסט">
    <p:spTree>
      <p:nvGrpSpPr>
        <p:cNvPr id="1" name=""/>
        <p:cNvGrpSpPr/>
        <p:nvPr/>
      </p:nvGrpSpPr>
      <p:grpSpPr>
        <a:xfrm>
          <a:off x="0" y="0"/>
          <a:ext cx="0" cy="0"/>
          <a:chOff x="0" y="0"/>
          <a:chExt cx="0" cy="0"/>
        </a:xfrm>
      </p:grpSpPr>
      <p:sp>
        <p:nvSpPr>
          <p:cNvPr id="2" name="כותרת אנכית 1">
            <a:extLst>
              <a:ext uri="{FF2B5EF4-FFF2-40B4-BE49-F238E27FC236}">
                <a16:creationId xmlns:a16="http://schemas.microsoft.com/office/drawing/2014/main" id="{0B41C9AD-E42C-8940-976E-42115111B14C}"/>
              </a:ext>
            </a:extLst>
          </p:cNvPr>
          <p:cNvSpPr>
            <a:spLocks noGrp="1"/>
          </p:cNvSpPr>
          <p:nvPr>
            <p:ph type="title" orient="vert"/>
          </p:nvPr>
        </p:nvSpPr>
        <p:spPr>
          <a:xfrm>
            <a:off x="8724900" y="365125"/>
            <a:ext cx="2628900" cy="5811838"/>
          </a:xfrm>
        </p:spPr>
        <p:txBody>
          <a:bodyPr vert="eaVert"/>
          <a:lstStyle/>
          <a:p>
            <a:r>
              <a:rPr lang="he-IL"/>
              <a:t>לחץ כדי לערוך סגנון כותרת של תבנית בסיס</a:t>
            </a:r>
          </a:p>
        </p:txBody>
      </p:sp>
      <p:sp>
        <p:nvSpPr>
          <p:cNvPr id="3" name="מציין מיקום של טקסט אנכי 2">
            <a:extLst>
              <a:ext uri="{FF2B5EF4-FFF2-40B4-BE49-F238E27FC236}">
                <a16:creationId xmlns:a16="http://schemas.microsoft.com/office/drawing/2014/main" id="{61A22220-519B-3C4B-A497-158D25B7CC44}"/>
              </a:ext>
            </a:extLst>
          </p:cNvPr>
          <p:cNvSpPr>
            <a:spLocks noGrp="1"/>
          </p:cNvSpPr>
          <p:nvPr>
            <p:ph type="body" orient="vert" idx="1"/>
          </p:nvPr>
        </p:nvSpPr>
        <p:spPr>
          <a:xfrm>
            <a:off x="838200" y="365125"/>
            <a:ext cx="7734300" cy="5811838"/>
          </a:xfrm>
        </p:spPr>
        <p:txBody>
          <a:bodyPr vert="eaVert"/>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a:extLst>
              <a:ext uri="{FF2B5EF4-FFF2-40B4-BE49-F238E27FC236}">
                <a16:creationId xmlns:a16="http://schemas.microsoft.com/office/drawing/2014/main" id="{35C7F921-B0EF-F34F-A054-1166BDB4D727}"/>
              </a:ext>
            </a:extLst>
          </p:cNvPr>
          <p:cNvSpPr>
            <a:spLocks noGrp="1"/>
          </p:cNvSpPr>
          <p:nvPr>
            <p:ph type="dt" sz="half" idx="10"/>
          </p:nvPr>
        </p:nvSpPr>
        <p:spPr/>
        <p:txBody>
          <a:bodyPr/>
          <a:lstStyle/>
          <a:p>
            <a:fld id="{9897B6DE-DB68-5940-A66E-BE77918A0EDF}" type="datetimeFigureOut">
              <a:rPr lang="he-IL" smtClean="0"/>
              <a:t>י'.תשרי.תשפ"א</a:t>
            </a:fld>
            <a:endParaRPr lang="he-IL"/>
          </a:p>
        </p:txBody>
      </p:sp>
      <p:sp>
        <p:nvSpPr>
          <p:cNvPr id="5" name="מציין מיקום של כותרת תחתונה 4">
            <a:extLst>
              <a:ext uri="{FF2B5EF4-FFF2-40B4-BE49-F238E27FC236}">
                <a16:creationId xmlns:a16="http://schemas.microsoft.com/office/drawing/2014/main" id="{A76406EF-0622-6A43-B46E-9B4460692455}"/>
              </a:ext>
            </a:extLst>
          </p:cNvPr>
          <p:cNvSpPr>
            <a:spLocks noGrp="1"/>
          </p:cNvSpPr>
          <p:nvPr>
            <p:ph type="ftr" sz="quarter" idx="11"/>
          </p:nvPr>
        </p:nvSpPr>
        <p:spPr/>
        <p:txBody>
          <a:bodyPr/>
          <a:lstStyle/>
          <a:p>
            <a:endParaRPr lang="he-IL"/>
          </a:p>
        </p:txBody>
      </p:sp>
      <p:sp>
        <p:nvSpPr>
          <p:cNvPr id="6" name="מציין מיקום של מספר שקופית 5">
            <a:extLst>
              <a:ext uri="{FF2B5EF4-FFF2-40B4-BE49-F238E27FC236}">
                <a16:creationId xmlns:a16="http://schemas.microsoft.com/office/drawing/2014/main" id="{45DDD02D-D4A8-E04D-85D6-E4FF796E2DBA}"/>
              </a:ext>
            </a:extLst>
          </p:cNvPr>
          <p:cNvSpPr>
            <a:spLocks noGrp="1"/>
          </p:cNvSpPr>
          <p:nvPr>
            <p:ph type="sldNum" sz="quarter" idx="12"/>
          </p:nvPr>
        </p:nvSpPr>
        <p:spPr/>
        <p:txBody>
          <a:bodyPr/>
          <a:lstStyle/>
          <a:p>
            <a:fld id="{A8C63095-F238-5D40-AF8C-7753E9A0F245}" type="slidenum">
              <a:rPr lang="he-IL" smtClean="0"/>
              <a:t>‹#›</a:t>
            </a:fld>
            <a:endParaRPr lang="he-IL"/>
          </a:p>
        </p:txBody>
      </p:sp>
    </p:spTree>
    <p:extLst>
      <p:ext uri="{BB962C8B-B14F-4D97-AF65-F5344CB8AC3E}">
        <p14:creationId xmlns:p14="http://schemas.microsoft.com/office/powerpoint/2010/main" val="11445969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מציין מיקום של כותרת 1">
            <a:extLst>
              <a:ext uri="{FF2B5EF4-FFF2-40B4-BE49-F238E27FC236}">
                <a16:creationId xmlns:a16="http://schemas.microsoft.com/office/drawing/2014/main" id="{615BD933-86D9-974A-BD95-6A31C62F8363}"/>
              </a:ext>
            </a:extLst>
          </p:cNvPr>
          <p:cNvSpPr>
            <a:spLocks noGrp="1"/>
          </p:cNvSpPr>
          <p:nvPr>
            <p:ph type="title"/>
          </p:nvPr>
        </p:nvSpPr>
        <p:spPr>
          <a:xfrm>
            <a:off x="838200" y="365125"/>
            <a:ext cx="10515600" cy="1325563"/>
          </a:xfrm>
          <a:prstGeom prst="rect">
            <a:avLst/>
          </a:prstGeom>
        </p:spPr>
        <p:txBody>
          <a:bodyPr vert="horz" lIns="91440" tIns="45720" rIns="91440" bIns="45720" rtlCol="1" anchor="ctr">
            <a:normAutofit/>
          </a:bodyPr>
          <a:lstStyle/>
          <a:p>
            <a:r>
              <a:rPr lang="he-IL"/>
              <a:t>לחץ כדי לערוך סגנון כותרת של תבנית בסיס</a:t>
            </a:r>
          </a:p>
        </p:txBody>
      </p:sp>
      <p:sp>
        <p:nvSpPr>
          <p:cNvPr id="3" name="מציין מיקום טקסט 2">
            <a:extLst>
              <a:ext uri="{FF2B5EF4-FFF2-40B4-BE49-F238E27FC236}">
                <a16:creationId xmlns:a16="http://schemas.microsoft.com/office/drawing/2014/main" id="{8A5DA730-995E-C14F-AC0E-D7B5016FEB43}"/>
              </a:ext>
            </a:extLst>
          </p:cNvPr>
          <p:cNvSpPr>
            <a:spLocks noGrp="1"/>
          </p:cNvSpPr>
          <p:nvPr>
            <p:ph type="body" idx="1"/>
          </p:nvPr>
        </p:nvSpPr>
        <p:spPr>
          <a:xfrm>
            <a:off x="838200" y="1825625"/>
            <a:ext cx="10515600" cy="4351338"/>
          </a:xfrm>
          <a:prstGeom prst="rect">
            <a:avLst/>
          </a:prstGeom>
        </p:spPr>
        <p:txBody>
          <a:bodyPr vert="horz" lIns="91440" tIns="45720" rIns="91440" bIns="45720" rtlCol="1">
            <a:normAutofit/>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a:extLst>
              <a:ext uri="{FF2B5EF4-FFF2-40B4-BE49-F238E27FC236}">
                <a16:creationId xmlns:a16="http://schemas.microsoft.com/office/drawing/2014/main" id="{05780641-8316-C844-BF78-ECE8F56FE715}"/>
              </a:ext>
            </a:extLst>
          </p:cNvPr>
          <p:cNvSpPr>
            <a:spLocks noGrp="1"/>
          </p:cNvSpPr>
          <p:nvPr>
            <p:ph type="dt" sz="half" idx="2"/>
          </p:nvPr>
        </p:nvSpPr>
        <p:spPr>
          <a:xfrm>
            <a:off x="8610600" y="6356350"/>
            <a:ext cx="2743200" cy="365125"/>
          </a:xfrm>
          <a:prstGeom prst="rect">
            <a:avLst/>
          </a:prstGeom>
        </p:spPr>
        <p:txBody>
          <a:bodyPr vert="horz" lIns="91440" tIns="45720" rIns="91440" bIns="45720" rtlCol="1" anchor="ctr"/>
          <a:lstStyle>
            <a:lvl1pPr algn="r">
              <a:defRPr sz="1200">
                <a:solidFill>
                  <a:schemeClr val="tx1">
                    <a:tint val="75000"/>
                  </a:schemeClr>
                </a:solidFill>
              </a:defRPr>
            </a:lvl1pPr>
          </a:lstStyle>
          <a:p>
            <a:fld id="{9897B6DE-DB68-5940-A66E-BE77918A0EDF}" type="datetimeFigureOut">
              <a:rPr lang="he-IL" smtClean="0"/>
              <a:t>י'.תשרי.תשפ"א</a:t>
            </a:fld>
            <a:endParaRPr lang="he-IL"/>
          </a:p>
        </p:txBody>
      </p:sp>
      <p:sp>
        <p:nvSpPr>
          <p:cNvPr id="5" name="מציין מיקום של כותרת תחתונה 4">
            <a:extLst>
              <a:ext uri="{FF2B5EF4-FFF2-40B4-BE49-F238E27FC236}">
                <a16:creationId xmlns:a16="http://schemas.microsoft.com/office/drawing/2014/main" id="{57C0545D-DE36-E646-9CA6-8084FF1627F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1" anchor="ctr"/>
          <a:lstStyle>
            <a:lvl1pPr algn="ctr">
              <a:defRPr sz="1200">
                <a:solidFill>
                  <a:schemeClr val="tx1">
                    <a:tint val="75000"/>
                  </a:schemeClr>
                </a:solidFill>
              </a:defRPr>
            </a:lvl1pPr>
          </a:lstStyle>
          <a:p>
            <a:endParaRPr lang="he-IL"/>
          </a:p>
        </p:txBody>
      </p:sp>
      <p:sp>
        <p:nvSpPr>
          <p:cNvPr id="6" name="מציין מיקום של מספר שקופית 5">
            <a:extLst>
              <a:ext uri="{FF2B5EF4-FFF2-40B4-BE49-F238E27FC236}">
                <a16:creationId xmlns:a16="http://schemas.microsoft.com/office/drawing/2014/main" id="{3C5DD637-A4F7-7643-BE12-72F78272063D}"/>
              </a:ext>
            </a:extLst>
          </p:cNvPr>
          <p:cNvSpPr>
            <a:spLocks noGrp="1"/>
          </p:cNvSpPr>
          <p:nvPr>
            <p:ph type="sldNum" sz="quarter" idx="4"/>
          </p:nvPr>
        </p:nvSpPr>
        <p:spPr>
          <a:xfrm>
            <a:off x="838200" y="6356350"/>
            <a:ext cx="2743200" cy="365125"/>
          </a:xfrm>
          <a:prstGeom prst="rect">
            <a:avLst/>
          </a:prstGeom>
        </p:spPr>
        <p:txBody>
          <a:bodyPr vert="horz" lIns="91440" tIns="45720" rIns="91440" bIns="45720" rtlCol="1" anchor="ctr"/>
          <a:lstStyle>
            <a:lvl1pPr algn="l">
              <a:defRPr sz="1200">
                <a:solidFill>
                  <a:schemeClr val="tx1">
                    <a:tint val="75000"/>
                  </a:schemeClr>
                </a:solidFill>
              </a:defRPr>
            </a:lvl1pPr>
          </a:lstStyle>
          <a:p>
            <a:fld id="{A8C63095-F238-5D40-AF8C-7753E9A0F245}" type="slidenum">
              <a:rPr lang="he-IL" smtClean="0"/>
              <a:t>‹#›</a:t>
            </a:fld>
            <a:endParaRPr lang="he-IL"/>
          </a:p>
        </p:txBody>
      </p:sp>
    </p:spTree>
    <p:extLst>
      <p:ext uri="{BB962C8B-B14F-4D97-AF65-F5344CB8AC3E}">
        <p14:creationId xmlns:p14="http://schemas.microsoft.com/office/powerpoint/2010/main" val="120944753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r" defTabSz="914400" rtl="1"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tiff"/><Relationship Id="rId2" Type="http://schemas.openxmlformats.org/officeDocument/2006/relationships/image" Target="../media/image1.tiff"/><Relationship Id="rId1" Type="http://schemas.openxmlformats.org/officeDocument/2006/relationships/slideLayout" Target="../slideLayouts/slideLayout1.xml"/><Relationship Id="rId4" Type="http://schemas.openxmlformats.org/officeDocument/2006/relationships/image" Target="../media/image3.tiff"/></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microsoft.com/office/2007/relationships/hdphoto" Target="../media/hdphoto1.wdp"/><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8.tiff"/><Relationship Id="rId2" Type="http://schemas.openxmlformats.org/officeDocument/2006/relationships/image" Target="../media/image7.tiff"/><Relationship Id="rId1" Type="http://schemas.openxmlformats.org/officeDocument/2006/relationships/slideLayout" Target="../slideLayouts/slideLayout2.xml"/><Relationship Id="rId4" Type="http://schemas.openxmlformats.org/officeDocument/2006/relationships/image" Target="../media/image9.jpeg"/></Relationships>
</file>

<file path=ppt/slides/_rels/slide4.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13.jpeg"/></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15.jpeg"/></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4" Type="http://schemas.openxmlformats.org/officeDocument/2006/relationships/image" Target="../media/image19.svg"/></Relationships>
</file>

<file path=ppt/slides/_rels/slide10.xml.rels><?xml version="1.0" encoding="UTF-8" standalone="yes"?>
<Relationships xmlns="http://schemas.openxmlformats.org/package/2006/relationships"><Relationship Id="rId2" Type="http://schemas.openxmlformats.org/officeDocument/2006/relationships/image" Target="../media/image20.tif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8.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22.xml.rels><?xml version="1.0" encoding="UTF-8" standalone="yes"?>
<Relationships xmlns="http://schemas.openxmlformats.org/package/2006/relationships"><Relationship Id="rId3" Type="http://schemas.openxmlformats.org/officeDocument/2006/relationships/image" Target="../media/image30.tiff"/><Relationship Id="rId2" Type="http://schemas.openxmlformats.org/officeDocument/2006/relationships/image" Target="../media/image29.tiff"/><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image" Target="../media/image31.tiff"/><Relationship Id="rId1" Type="http://schemas.openxmlformats.org/officeDocument/2006/relationships/slideLayout" Target="../slideLayouts/slideLayout2.xml"/><Relationship Id="rId4" Type="http://schemas.openxmlformats.org/officeDocument/2006/relationships/image" Target="../media/image33.jpeg"/></Relationships>
</file>

<file path=ppt/slides/_rels/slide24.xml.rels><?xml version="1.0" encoding="UTF-8" standalone="yes"?>
<Relationships xmlns="http://schemas.openxmlformats.org/package/2006/relationships"><Relationship Id="rId2" Type="http://schemas.openxmlformats.org/officeDocument/2006/relationships/image" Target="../media/image34.tiff"/><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8.tiff"/><Relationship Id="rId2" Type="http://schemas.openxmlformats.org/officeDocument/2006/relationships/image" Target="../media/image37.tiff"/><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9.tiff"/><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40.tiff"/><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42.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43.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33.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52.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53.jpe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56.jpeg"/><Relationship Id="rId2" Type="http://schemas.openxmlformats.org/officeDocument/2006/relationships/image" Target="../media/image55.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7D94483C-11BC-5044-9A1D-25E0099706D0}"/>
              </a:ext>
            </a:extLst>
          </p:cNvPr>
          <p:cNvSpPr>
            <a:spLocks noGrp="1"/>
          </p:cNvSpPr>
          <p:nvPr>
            <p:ph type="ctrTitle"/>
          </p:nvPr>
        </p:nvSpPr>
        <p:spPr>
          <a:xfrm>
            <a:off x="1524000" y="1283004"/>
            <a:ext cx="9144000" cy="2387600"/>
          </a:xfrm>
        </p:spPr>
        <p:txBody>
          <a:bodyPr/>
          <a:lstStyle/>
          <a:p>
            <a:pPr algn="ctr" defTabSz="914400" rtl="0" eaLnBrk="1" latinLnBrk="0" hangingPunct="1">
              <a:lnSpc>
                <a:spcPct val="90000"/>
              </a:lnSpc>
              <a:spcBef>
                <a:spcPct val="0"/>
              </a:spcBef>
              <a:buNone/>
            </a:pPr>
            <a:r>
              <a:rPr lang="he-IL" dirty="0"/>
              <a:t>סדנא בתכנון תנועה לרובוטים</a:t>
            </a:r>
          </a:p>
        </p:txBody>
      </p:sp>
      <p:sp>
        <p:nvSpPr>
          <p:cNvPr id="3" name="כותרת משנה 2">
            <a:extLst>
              <a:ext uri="{FF2B5EF4-FFF2-40B4-BE49-F238E27FC236}">
                <a16:creationId xmlns:a16="http://schemas.microsoft.com/office/drawing/2014/main" id="{EAFD103F-FC00-AC4F-810C-3A1C72D59933}"/>
              </a:ext>
            </a:extLst>
          </p:cNvPr>
          <p:cNvSpPr>
            <a:spLocks noGrp="1"/>
          </p:cNvSpPr>
          <p:nvPr>
            <p:ph type="subTitle" idx="1"/>
          </p:nvPr>
        </p:nvSpPr>
        <p:spPr>
          <a:xfrm>
            <a:off x="1524000" y="3979721"/>
            <a:ext cx="9144000" cy="1655762"/>
          </a:xfrm>
        </p:spPr>
        <p:txBody>
          <a:bodyPr>
            <a:normAutofit fontScale="77500" lnSpcReduction="20000"/>
          </a:bodyPr>
          <a:lstStyle/>
          <a:p>
            <a:r>
              <a:rPr lang="he-IL" dirty="0"/>
              <a:t>פרויקט בניווט של </a:t>
            </a:r>
            <a:r>
              <a:rPr lang="he-IL" dirty="0" err="1"/>
              <a:t>רחפן</a:t>
            </a:r>
            <a:r>
              <a:rPr lang="he-IL" dirty="0"/>
              <a:t> מסוג </a:t>
            </a:r>
            <a:r>
              <a:rPr lang="en-US" dirty="0"/>
              <a:t>DJI Tello</a:t>
            </a:r>
            <a:endParaRPr lang="he-IL" dirty="0"/>
          </a:p>
          <a:p>
            <a:r>
              <a:rPr lang="he-IL" dirty="0"/>
              <a:t>אוניברסיטת תל אביב</a:t>
            </a:r>
          </a:p>
          <a:p>
            <a:r>
              <a:rPr lang="he-IL" dirty="0"/>
              <a:t>בית הספר למדעי המחשב על שם </a:t>
            </a:r>
            <a:r>
              <a:rPr lang="he-IL" dirty="0" err="1"/>
              <a:t>בלווטניק</a:t>
            </a:r>
            <a:endParaRPr lang="he-IL" dirty="0"/>
          </a:p>
          <a:p>
            <a:r>
              <a:rPr lang="he-IL" dirty="0"/>
              <a:t>אלול </a:t>
            </a:r>
            <a:r>
              <a:rPr lang="he-IL" dirty="0" err="1"/>
              <a:t>תש״ף</a:t>
            </a:r>
            <a:r>
              <a:rPr lang="he-IL" dirty="0"/>
              <a:t>, ספטמבר 2020</a:t>
            </a:r>
          </a:p>
          <a:p>
            <a:r>
              <a:rPr lang="he-IL" dirty="0"/>
              <a:t> </a:t>
            </a:r>
          </a:p>
        </p:txBody>
      </p:sp>
      <p:pic>
        <p:nvPicPr>
          <p:cNvPr id="4" name="תמונה 3">
            <a:extLst>
              <a:ext uri="{FF2B5EF4-FFF2-40B4-BE49-F238E27FC236}">
                <a16:creationId xmlns:a16="http://schemas.microsoft.com/office/drawing/2014/main" id="{E39ADF0E-C0C5-A74D-A2D2-49A650956203}"/>
              </a:ext>
            </a:extLst>
          </p:cNvPr>
          <p:cNvPicPr>
            <a:picLocks noChangeAspect="1"/>
          </p:cNvPicPr>
          <p:nvPr/>
        </p:nvPicPr>
        <p:blipFill>
          <a:blip r:embed="rId2"/>
          <a:stretch>
            <a:fillRect/>
          </a:stretch>
        </p:blipFill>
        <p:spPr>
          <a:xfrm>
            <a:off x="9340162" y="123394"/>
            <a:ext cx="2558022" cy="2558022"/>
          </a:xfrm>
          <a:prstGeom prst="rect">
            <a:avLst/>
          </a:prstGeom>
        </p:spPr>
      </p:pic>
      <p:pic>
        <p:nvPicPr>
          <p:cNvPr id="5" name="תמונה 4">
            <a:extLst>
              <a:ext uri="{FF2B5EF4-FFF2-40B4-BE49-F238E27FC236}">
                <a16:creationId xmlns:a16="http://schemas.microsoft.com/office/drawing/2014/main" id="{A1B2FC8C-0204-5442-B9B7-6B57E527A56E}"/>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955400" y="123394"/>
            <a:ext cx="2783443" cy="1507698"/>
          </a:xfrm>
          <a:prstGeom prst="rect">
            <a:avLst/>
          </a:prstGeom>
        </p:spPr>
      </p:pic>
      <p:pic>
        <p:nvPicPr>
          <p:cNvPr id="6" name="תמונה 5">
            <a:extLst>
              <a:ext uri="{FF2B5EF4-FFF2-40B4-BE49-F238E27FC236}">
                <a16:creationId xmlns:a16="http://schemas.microsoft.com/office/drawing/2014/main" id="{BACA8208-3CE8-BB4A-BA2E-D84DCC87B986}"/>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293816" y="146006"/>
            <a:ext cx="3431400" cy="2387600"/>
          </a:xfrm>
          <a:prstGeom prst="rect">
            <a:avLst/>
          </a:prstGeom>
        </p:spPr>
      </p:pic>
    </p:spTree>
    <p:extLst>
      <p:ext uri="{BB962C8B-B14F-4D97-AF65-F5344CB8AC3E}">
        <p14:creationId xmlns:p14="http://schemas.microsoft.com/office/powerpoint/2010/main" val="19928994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6231ACBD-CB81-A744-943D-B944A3DBD284}"/>
              </a:ext>
            </a:extLst>
          </p:cNvPr>
          <p:cNvSpPr>
            <a:spLocks noGrp="1"/>
          </p:cNvSpPr>
          <p:nvPr>
            <p:ph type="title"/>
          </p:nvPr>
        </p:nvSpPr>
        <p:spPr/>
        <p:txBody>
          <a:bodyPr/>
          <a:lstStyle/>
          <a:p>
            <a:pPr algn="ctr"/>
            <a:r>
              <a:rPr lang="he-IL" dirty="0"/>
              <a:t>חברי הצוות </a:t>
            </a:r>
          </a:p>
        </p:txBody>
      </p:sp>
      <p:sp>
        <p:nvSpPr>
          <p:cNvPr id="4" name="תיבת טקסט 3">
            <a:extLst>
              <a:ext uri="{FF2B5EF4-FFF2-40B4-BE49-F238E27FC236}">
                <a16:creationId xmlns:a16="http://schemas.microsoft.com/office/drawing/2014/main" id="{57DA4AB9-0CA0-9046-94F9-C2A19080AE6A}"/>
              </a:ext>
            </a:extLst>
          </p:cNvPr>
          <p:cNvSpPr txBox="1"/>
          <p:nvPr/>
        </p:nvSpPr>
        <p:spPr>
          <a:xfrm>
            <a:off x="9028590" y="2760955"/>
            <a:ext cx="1970843" cy="369332"/>
          </a:xfrm>
          <a:prstGeom prst="rect">
            <a:avLst/>
          </a:prstGeom>
          <a:noFill/>
        </p:spPr>
        <p:txBody>
          <a:bodyPr wrap="square" rtlCol="1">
            <a:spAutoFit/>
          </a:bodyPr>
          <a:lstStyle/>
          <a:p>
            <a:r>
              <a:rPr lang="he-IL" dirty="0"/>
              <a:t>יצחק הראל </a:t>
            </a:r>
          </a:p>
        </p:txBody>
      </p:sp>
      <p:sp>
        <p:nvSpPr>
          <p:cNvPr id="5" name="תיבת טקסט 4">
            <a:extLst>
              <a:ext uri="{FF2B5EF4-FFF2-40B4-BE49-F238E27FC236}">
                <a16:creationId xmlns:a16="http://schemas.microsoft.com/office/drawing/2014/main" id="{EF7951CA-4207-1943-846A-8FDB013A7524}"/>
              </a:ext>
            </a:extLst>
          </p:cNvPr>
          <p:cNvSpPr txBox="1"/>
          <p:nvPr/>
        </p:nvSpPr>
        <p:spPr>
          <a:xfrm>
            <a:off x="5556448" y="2760955"/>
            <a:ext cx="1079104" cy="369332"/>
          </a:xfrm>
          <a:prstGeom prst="rect">
            <a:avLst/>
          </a:prstGeom>
          <a:noFill/>
        </p:spPr>
        <p:txBody>
          <a:bodyPr wrap="square" rtlCol="1">
            <a:spAutoFit/>
          </a:bodyPr>
          <a:lstStyle/>
          <a:p>
            <a:r>
              <a:rPr lang="he-IL" dirty="0"/>
              <a:t>קובי חזון</a:t>
            </a:r>
          </a:p>
        </p:txBody>
      </p:sp>
      <p:sp>
        <p:nvSpPr>
          <p:cNvPr id="6" name="תיבת טקסט 5">
            <a:extLst>
              <a:ext uri="{FF2B5EF4-FFF2-40B4-BE49-F238E27FC236}">
                <a16:creationId xmlns:a16="http://schemas.microsoft.com/office/drawing/2014/main" id="{22129899-6778-B549-A339-A74656CFC8EA}"/>
              </a:ext>
            </a:extLst>
          </p:cNvPr>
          <p:cNvSpPr txBox="1"/>
          <p:nvPr/>
        </p:nvSpPr>
        <p:spPr>
          <a:xfrm>
            <a:off x="1824134" y="2760955"/>
            <a:ext cx="987771" cy="369332"/>
          </a:xfrm>
          <a:prstGeom prst="rect">
            <a:avLst/>
          </a:prstGeom>
          <a:noFill/>
        </p:spPr>
        <p:txBody>
          <a:bodyPr wrap="none" rtlCol="1">
            <a:spAutoFit/>
          </a:bodyPr>
          <a:lstStyle/>
          <a:p>
            <a:r>
              <a:rPr lang="he-IL" dirty="0"/>
              <a:t>רועי נאור</a:t>
            </a:r>
          </a:p>
        </p:txBody>
      </p:sp>
      <p:pic>
        <p:nvPicPr>
          <p:cNvPr id="10" name="תמונה 9" descr="תמונה שמכילה חוץ, אדם, שדה, איש&#10;&#10;התיאור נוצר באופן אוטומטי">
            <a:extLst>
              <a:ext uri="{FF2B5EF4-FFF2-40B4-BE49-F238E27FC236}">
                <a16:creationId xmlns:a16="http://schemas.microsoft.com/office/drawing/2014/main" id="{181C4A94-F060-3142-A49C-77EC2271D021}"/>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4668455" y="3354766"/>
            <a:ext cx="3011711" cy="3075139"/>
          </a:xfrm>
          <a:prstGeom prst="rect">
            <a:avLst/>
          </a:prstGeom>
        </p:spPr>
      </p:pic>
      <p:pic>
        <p:nvPicPr>
          <p:cNvPr id="12" name="תמונה 11" descr="תמונה שמכילה אדם, חוץ, איש, עמידה&#10;&#10;התיאור נוצר באופן אוטומטי">
            <a:extLst>
              <a:ext uri="{FF2B5EF4-FFF2-40B4-BE49-F238E27FC236}">
                <a16:creationId xmlns:a16="http://schemas.microsoft.com/office/drawing/2014/main" id="{2F549E59-19E3-8D40-B9D9-C355493BFCA5}"/>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8812331" y="3354765"/>
            <a:ext cx="2963990" cy="3075139"/>
          </a:xfrm>
          <a:prstGeom prst="rect">
            <a:avLst/>
          </a:prstGeom>
        </p:spPr>
      </p:pic>
      <p:pic>
        <p:nvPicPr>
          <p:cNvPr id="14" name="תמונה 13" descr="תמונה שמכילה מים, חוץ, אדם, איש&#10;&#10;התיאור נוצר באופן אוטומטי">
            <a:extLst>
              <a:ext uri="{FF2B5EF4-FFF2-40B4-BE49-F238E27FC236}">
                <a16:creationId xmlns:a16="http://schemas.microsoft.com/office/drawing/2014/main" id="{91CAC320-1DCD-024B-A2E4-00EE2B15F1E7}"/>
              </a:ext>
            </a:extLst>
          </p:cNvPr>
          <p:cNvPicPr>
            <a:picLocks noChangeAspect="1"/>
          </p:cNvPicPr>
          <p:nvPr/>
        </p:nvPicPr>
        <p:blipFill rotWithShape="1">
          <a:blip r:embed="rId5" cstate="screen">
            <a:extLst>
              <a:ext uri="{BEBA8EAE-BF5A-486C-A8C5-ECC9F3942E4B}">
                <a14:imgProps xmlns:a14="http://schemas.microsoft.com/office/drawing/2010/main">
                  <a14:imgLayer r:embed="rId6">
                    <a14:imgEffect>
                      <a14:brightnessContrast bright="20000" contrast="-20000"/>
                    </a14:imgEffect>
                  </a14:imgLayer>
                </a14:imgProps>
              </a:ext>
              <a:ext uri="{28A0092B-C50C-407E-A947-70E740481C1C}">
                <a14:useLocalDpi xmlns:a14="http://schemas.microsoft.com/office/drawing/2010/main"/>
              </a:ext>
            </a:extLst>
          </a:blip>
          <a:srcRect/>
          <a:stretch/>
        </p:blipFill>
        <p:spPr>
          <a:xfrm>
            <a:off x="1157182" y="3354765"/>
            <a:ext cx="2379108" cy="3038021"/>
          </a:xfrm>
          <a:prstGeom prst="rect">
            <a:avLst/>
          </a:prstGeom>
        </p:spPr>
      </p:pic>
    </p:spTree>
    <p:extLst>
      <p:ext uri="{BB962C8B-B14F-4D97-AF65-F5344CB8AC3E}">
        <p14:creationId xmlns:p14="http://schemas.microsoft.com/office/powerpoint/2010/main" val="22622300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47BEFD00-EC24-934D-924F-EF6AEAFE85C8}"/>
              </a:ext>
            </a:extLst>
          </p:cNvPr>
          <p:cNvSpPr>
            <a:spLocks noGrp="1"/>
          </p:cNvSpPr>
          <p:nvPr>
            <p:ph type="title"/>
          </p:nvPr>
        </p:nvSpPr>
        <p:spPr/>
        <p:txBody>
          <a:bodyPr/>
          <a:lstStyle/>
          <a:p>
            <a:pPr algn="ctr"/>
            <a:r>
              <a:rPr lang="he-IL" dirty="0"/>
              <a:t>מנחי הפרויקט</a:t>
            </a:r>
          </a:p>
        </p:txBody>
      </p:sp>
      <p:pic>
        <p:nvPicPr>
          <p:cNvPr id="4" name="תמונה 3">
            <a:extLst>
              <a:ext uri="{FF2B5EF4-FFF2-40B4-BE49-F238E27FC236}">
                <a16:creationId xmlns:a16="http://schemas.microsoft.com/office/drawing/2014/main" id="{1E052EFF-727F-724C-92A4-48A80201437A}"/>
              </a:ext>
            </a:extLst>
          </p:cNvPr>
          <p:cNvPicPr>
            <a:picLocks noChangeAspect="1"/>
          </p:cNvPicPr>
          <p:nvPr/>
        </p:nvPicPr>
        <p:blipFill>
          <a:blip r:embed="rId2"/>
          <a:stretch>
            <a:fillRect/>
          </a:stretch>
        </p:blipFill>
        <p:spPr>
          <a:xfrm>
            <a:off x="4717428" y="3151789"/>
            <a:ext cx="3084041" cy="3084041"/>
          </a:xfrm>
          <a:prstGeom prst="rect">
            <a:avLst/>
          </a:prstGeom>
        </p:spPr>
      </p:pic>
      <p:pic>
        <p:nvPicPr>
          <p:cNvPr id="5" name="תמונה 4">
            <a:extLst>
              <a:ext uri="{FF2B5EF4-FFF2-40B4-BE49-F238E27FC236}">
                <a16:creationId xmlns:a16="http://schemas.microsoft.com/office/drawing/2014/main" id="{74B2ADC7-B096-8E4F-AE81-40BE24D1ED2F}"/>
              </a:ext>
            </a:extLst>
          </p:cNvPr>
          <p:cNvPicPr>
            <a:picLocks noChangeAspect="1"/>
          </p:cNvPicPr>
          <p:nvPr/>
        </p:nvPicPr>
        <p:blipFill>
          <a:blip r:embed="rId3"/>
          <a:stretch>
            <a:fillRect/>
          </a:stretch>
        </p:blipFill>
        <p:spPr>
          <a:xfrm>
            <a:off x="9064631" y="3151788"/>
            <a:ext cx="2471351" cy="3084042"/>
          </a:xfrm>
          <a:prstGeom prst="rect">
            <a:avLst/>
          </a:prstGeom>
        </p:spPr>
      </p:pic>
      <p:sp>
        <p:nvSpPr>
          <p:cNvPr id="6" name="תיבת טקסט 5">
            <a:extLst>
              <a:ext uri="{FF2B5EF4-FFF2-40B4-BE49-F238E27FC236}">
                <a16:creationId xmlns:a16="http://schemas.microsoft.com/office/drawing/2014/main" id="{FB5F6BA1-DD33-D949-A6F2-F39827C8F731}"/>
              </a:ext>
            </a:extLst>
          </p:cNvPr>
          <p:cNvSpPr txBox="1"/>
          <p:nvPr/>
        </p:nvSpPr>
        <p:spPr>
          <a:xfrm>
            <a:off x="9631633" y="2426665"/>
            <a:ext cx="1337345" cy="369332"/>
          </a:xfrm>
          <a:prstGeom prst="rect">
            <a:avLst/>
          </a:prstGeom>
          <a:noFill/>
        </p:spPr>
        <p:txBody>
          <a:bodyPr wrap="square" rtlCol="1">
            <a:spAutoFit/>
          </a:bodyPr>
          <a:lstStyle/>
          <a:p>
            <a:r>
              <a:rPr lang="he-IL" dirty="0"/>
              <a:t>מר יוני מנדל</a:t>
            </a:r>
          </a:p>
        </p:txBody>
      </p:sp>
      <p:sp>
        <p:nvSpPr>
          <p:cNvPr id="7" name="תיבת טקסט 6">
            <a:extLst>
              <a:ext uri="{FF2B5EF4-FFF2-40B4-BE49-F238E27FC236}">
                <a16:creationId xmlns:a16="http://schemas.microsoft.com/office/drawing/2014/main" id="{E9A1A6C4-0D4A-104E-8F07-1321A663A1E2}"/>
              </a:ext>
            </a:extLst>
          </p:cNvPr>
          <p:cNvSpPr txBox="1"/>
          <p:nvPr/>
        </p:nvSpPr>
        <p:spPr>
          <a:xfrm>
            <a:off x="5349319" y="2421239"/>
            <a:ext cx="1820258" cy="369332"/>
          </a:xfrm>
          <a:prstGeom prst="rect">
            <a:avLst/>
          </a:prstGeom>
          <a:noFill/>
        </p:spPr>
        <p:txBody>
          <a:bodyPr wrap="square" rtlCol="1">
            <a:spAutoFit/>
          </a:bodyPr>
          <a:lstStyle/>
          <a:p>
            <a:r>
              <a:rPr lang="he-IL" dirty="0"/>
              <a:t>פרופסור דן הלפרין</a:t>
            </a:r>
          </a:p>
        </p:txBody>
      </p:sp>
      <p:sp>
        <p:nvSpPr>
          <p:cNvPr id="8" name="תיבת טקסט 7">
            <a:extLst>
              <a:ext uri="{FF2B5EF4-FFF2-40B4-BE49-F238E27FC236}">
                <a16:creationId xmlns:a16="http://schemas.microsoft.com/office/drawing/2014/main" id="{E7CC4B69-F6CC-2942-A529-B109A2A725B3}"/>
              </a:ext>
            </a:extLst>
          </p:cNvPr>
          <p:cNvSpPr txBox="1"/>
          <p:nvPr/>
        </p:nvSpPr>
        <p:spPr>
          <a:xfrm>
            <a:off x="1145582" y="2421239"/>
            <a:ext cx="2116705" cy="369332"/>
          </a:xfrm>
          <a:prstGeom prst="rect">
            <a:avLst/>
          </a:prstGeom>
          <a:noFill/>
        </p:spPr>
        <p:txBody>
          <a:bodyPr wrap="square" rtlCol="1">
            <a:spAutoFit/>
          </a:bodyPr>
          <a:lstStyle/>
          <a:p>
            <a:r>
              <a:rPr lang="he-IL" dirty="0"/>
              <a:t>גברת מיכל </a:t>
            </a:r>
            <a:r>
              <a:rPr lang="he-IL" dirty="0" err="1"/>
              <a:t>קליינבורט</a:t>
            </a:r>
            <a:endParaRPr lang="he-IL" dirty="0"/>
          </a:p>
        </p:txBody>
      </p:sp>
      <p:pic>
        <p:nvPicPr>
          <p:cNvPr id="1026" name="Picture 2" descr="Michal Kleinbort — CGL at Tel Aviv University Portal">
            <a:extLst>
              <a:ext uri="{FF2B5EF4-FFF2-40B4-BE49-F238E27FC236}">
                <a16:creationId xmlns:a16="http://schemas.microsoft.com/office/drawing/2014/main" id="{549E6231-B834-1B48-A446-DA7DA495BBA6}"/>
              </a:ext>
            </a:extLst>
          </p:cNvPr>
          <p:cNvPicPr>
            <a:picLocks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656018" y="3151788"/>
            <a:ext cx="3095835" cy="306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034273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 name="Rectangle 70">
            <a:extLst>
              <a:ext uri="{FF2B5EF4-FFF2-40B4-BE49-F238E27FC236}">
                <a16:creationId xmlns:a16="http://schemas.microsoft.com/office/drawing/2014/main" id="{0671A8AE-40A1-4631-A6B8-581AFF0654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descr="DJI Tello Compact quadcopter with HD camera at Crutchfield">
            <a:extLst>
              <a:ext uri="{FF2B5EF4-FFF2-40B4-BE49-F238E27FC236}">
                <a16:creationId xmlns:a16="http://schemas.microsoft.com/office/drawing/2014/main" id="{E065A5F0-1080-7D47-B54B-32DCED821F1C}"/>
              </a:ext>
            </a:extLst>
          </p:cNvPr>
          <p:cNvPicPr>
            <a:picLocks noGrp="1" noChangeAspect="1" noChangeArrowheads="1"/>
          </p:cNvPicPr>
          <p:nvPr>
            <p:ph idx="1"/>
          </p:nvPr>
        </p:nvPicPr>
        <p:blipFill rotWithShape="1">
          <a:blip r:embed="rId2" cstate="screen">
            <a:extLst>
              <a:ext uri="{28A0092B-C50C-407E-A947-70E740481C1C}">
                <a14:useLocalDpi xmlns:a14="http://schemas.microsoft.com/office/drawing/2010/main"/>
              </a:ext>
            </a:extLst>
          </a:blip>
          <a:srcRect/>
          <a:stretch/>
        </p:blipFill>
        <p:spPr bwMode="auto">
          <a:xfrm>
            <a:off x="3523488" y="10"/>
            <a:ext cx="8668512" cy="6857990"/>
          </a:xfrm>
          <a:prstGeom prst="rect">
            <a:avLst/>
          </a:prstGeom>
          <a:noFill/>
          <a:extLst>
            <a:ext uri="{909E8E84-426E-40DD-AFC4-6F175D3DCCD1}">
              <a14:hiddenFill xmlns:a14="http://schemas.microsoft.com/office/drawing/2010/main">
                <a:solidFill>
                  <a:srgbClr val="FFFFFF"/>
                </a:solidFill>
              </a14:hiddenFill>
            </a:ext>
          </a:extLst>
        </p:spPr>
      </p:pic>
      <p:sp>
        <p:nvSpPr>
          <p:cNvPr id="73" name="Rectangle 72">
            <a:extLst>
              <a:ext uri="{FF2B5EF4-FFF2-40B4-BE49-F238E27FC236}">
                <a16:creationId xmlns:a16="http://schemas.microsoft.com/office/drawing/2014/main" id="{AB58EF07-17C2-48CF-ABB0-EEF1F17CB8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 y="0"/>
            <a:ext cx="9339206" cy="6858000"/>
          </a:xfrm>
          <a:prstGeom prst="rect">
            <a:avLst/>
          </a:prstGeom>
          <a:gradFill>
            <a:gsLst>
              <a:gs pos="58000">
                <a:schemeClr val="bg1"/>
              </a:gs>
              <a:gs pos="33000">
                <a:schemeClr val="bg1">
                  <a:alpha val="64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כותרת 1">
            <a:extLst>
              <a:ext uri="{FF2B5EF4-FFF2-40B4-BE49-F238E27FC236}">
                <a16:creationId xmlns:a16="http://schemas.microsoft.com/office/drawing/2014/main" id="{1E211958-5673-374F-9C18-EACFE5F7DF8F}"/>
              </a:ext>
            </a:extLst>
          </p:cNvPr>
          <p:cNvSpPr>
            <a:spLocks noGrp="1"/>
          </p:cNvSpPr>
          <p:nvPr>
            <p:ph type="title"/>
          </p:nvPr>
        </p:nvSpPr>
        <p:spPr>
          <a:xfrm>
            <a:off x="477981" y="1122363"/>
            <a:ext cx="4023360" cy="3204134"/>
          </a:xfrm>
        </p:spPr>
        <p:txBody>
          <a:bodyPr vert="horz" lIns="91440" tIns="45720" rIns="91440" bIns="45720" rtlCol="0" anchor="b">
            <a:normAutofit/>
          </a:bodyPr>
          <a:lstStyle/>
          <a:p>
            <a:pPr algn="l" rtl="0"/>
            <a:r>
              <a:rPr lang="en-US" sz="4800"/>
              <a:t>חלק ראשון – הקדמה ומבוא לסביבת העבודה </a:t>
            </a:r>
          </a:p>
        </p:txBody>
      </p:sp>
      <p:sp>
        <p:nvSpPr>
          <p:cNvPr id="75" name="Rectangle 74">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77" name="Rectangle 76">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3977640" cy="18288"/>
          </a:xfrm>
          <a:prstGeom prst="rect">
            <a:avLst/>
          </a:prstGeom>
          <a:solidFill>
            <a:schemeClr val="tx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00466770"/>
      </p:ext>
    </p:extLst>
  </p:cSld>
  <p:clrMapOvr>
    <a:overrideClrMapping bg1="dk1" tx1="lt1" bg2="dk2" tx2="lt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 name="Rectangle 70">
            <a:extLst>
              <a:ext uri="{FF2B5EF4-FFF2-40B4-BE49-F238E27FC236}">
                <a16:creationId xmlns:a16="http://schemas.microsoft.com/office/drawing/2014/main" id="{362D44EE-C852-4460-B8B5-C4F2BC2051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כותרת 1">
            <a:extLst>
              <a:ext uri="{FF2B5EF4-FFF2-40B4-BE49-F238E27FC236}">
                <a16:creationId xmlns:a16="http://schemas.microsoft.com/office/drawing/2014/main" id="{7CEB07A8-79A8-E34C-B706-85AF03F4B9EC}"/>
              </a:ext>
            </a:extLst>
          </p:cNvPr>
          <p:cNvSpPr>
            <a:spLocks noGrp="1"/>
          </p:cNvSpPr>
          <p:nvPr>
            <p:ph type="ctrTitle"/>
          </p:nvPr>
        </p:nvSpPr>
        <p:spPr>
          <a:xfrm>
            <a:off x="6194716" y="739978"/>
            <a:ext cx="5334930" cy="3004145"/>
          </a:xfrm>
        </p:spPr>
        <p:txBody>
          <a:bodyPr>
            <a:normAutofit/>
          </a:bodyPr>
          <a:lstStyle/>
          <a:p>
            <a:r>
              <a:rPr lang="he-IL" dirty="0"/>
              <a:t>רובוט</a:t>
            </a:r>
            <a:br>
              <a:rPr lang="he-IL" dirty="0"/>
            </a:br>
            <a:endParaRPr lang="he-IL" dirty="0"/>
          </a:p>
        </p:txBody>
      </p:sp>
      <p:sp>
        <p:nvSpPr>
          <p:cNvPr id="3" name="כותרת משנה 2">
            <a:extLst>
              <a:ext uri="{FF2B5EF4-FFF2-40B4-BE49-F238E27FC236}">
                <a16:creationId xmlns:a16="http://schemas.microsoft.com/office/drawing/2014/main" id="{DFE2F87D-F51B-A242-AB35-3CB4A85ACFF3}"/>
              </a:ext>
            </a:extLst>
          </p:cNvPr>
          <p:cNvSpPr>
            <a:spLocks noGrp="1"/>
          </p:cNvSpPr>
          <p:nvPr>
            <p:ph type="subTitle" idx="1"/>
          </p:nvPr>
        </p:nvSpPr>
        <p:spPr>
          <a:xfrm>
            <a:off x="6194715" y="3836197"/>
            <a:ext cx="5334931" cy="2189214"/>
          </a:xfrm>
        </p:spPr>
        <p:txBody>
          <a:bodyPr>
            <a:normAutofit/>
          </a:bodyPr>
          <a:lstStyle/>
          <a:p>
            <a:pPr marL="342900" indent="-342900">
              <a:buFont typeface="Arial" panose="020B0604020202020204" pitchFamily="34" charset="0"/>
              <a:buChar char="•"/>
            </a:pPr>
            <a:r>
              <a:rPr lang="he-IL" dirty="0"/>
              <a:t>אוטונומי </a:t>
            </a:r>
          </a:p>
          <a:p>
            <a:pPr marL="342900" indent="-342900">
              <a:buFont typeface="Arial" panose="020B0604020202020204" pitchFamily="34" charset="0"/>
              <a:buChar char="•"/>
            </a:pPr>
            <a:r>
              <a:rPr lang="he-IL" dirty="0"/>
              <a:t>בעל יכולות תנועה ומניפולציה לא טריוויאליות </a:t>
            </a:r>
          </a:p>
        </p:txBody>
      </p:sp>
      <p:sp>
        <p:nvSpPr>
          <p:cNvPr id="73" name="Freeform: Shape 72">
            <a:extLst>
              <a:ext uri="{FF2B5EF4-FFF2-40B4-BE49-F238E27FC236}">
                <a16:creationId xmlns:a16="http://schemas.microsoft.com/office/drawing/2014/main" id="{658970D8-8D1D-4B5C-894B-E871CC8654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30529" y="1"/>
            <a:ext cx="1155142" cy="591009"/>
          </a:xfrm>
          <a:custGeom>
            <a:avLst/>
            <a:gdLst>
              <a:gd name="connsiteX0" fmla="*/ 1355 w 1155142"/>
              <a:gd name="connsiteY0" fmla="*/ 0 h 591009"/>
              <a:gd name="connsiteX1" fmla="*/ 1153787 w 1155142"/>
              <a:gd name="connsiteY1" fmla="*/ 0 h 591009"/>
              <a:gd name="connsiteX2" fmla="*/ 1155142 w 1155142"/>
              <a:gd name="connsiteY2" fmla="*/ 13438 h 591009"/>
              <a:gd name="connsiteX3" fmla="*/ 577571 w 1155142"/>
              <a:gd name="connsiteY3" fmla="*/ 591009 h 591009"/>
              <a:gd name="connsiteX4" fmla="*/ 0 w 1155142"/>
              <a:gd name="connsiteY4" fmla="*/ 13438 h 591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5142" h="591009">
                <a:moveTo>
                  <a:pt x="1355" y="0"/>
                </a:moveTo>
                <a:lnTo>
                  <a:pt x="1153787" y="0"/>
                </a:lnTo>
                <a:lnTo>
                  <a:pt x="1155142" y="13438"/>
                </a:lnTo>
                <a:cubicBezTo>
                  <a:pt x="1155142" y="332422"/>
                  <a:pt x="896555" y="591009"/>
                  <a:pt x="577571" y="591009"/>
                </a:cubicBezTo>
                <a:cubicBezTo>
                  <a:pt x="258587" y="591009"/>
                  <a:pt x="0" y="332422"/>
                  <a:pt x="0" y="13438"/>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5" name="Freeform: Shape 74">
            <a:extLst>
              <a:ext uri="{FF2B5EF4-FFF2-40B4-BE49-F238E27FC236}">
                <a16:creationId xmlns:a16="http://schemas.microsoft.com/office/drawing/2014/main" id="{F227E5B6-9132-43CA-B503-37A18562AD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349052" y="0"/>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endParaRPr lang="en-US"/>
          </a:p>
        </p:txBody>
      </p:sp>
      <p:sp>
        <p:nvSpPr>
          <p:cNvPr id="77" name="Freeform: Shape 76">
            <a:extLst>
              <a:ext uri="{FF2B5EF4-FFF2-40B4-BE49-F238E27FC236}">
                <a16:creationId xmlns:a16="http://schemas.microsoft.com/office/drawing/2014/main" id="{03C2051E-A88D-48E5-BACF-AAED178927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2916245"/>
            <a:ext cx="159741" cy="552996"/>
          </a:xfrm>
          <a:custGeom>
            <a:avLst/>
            <a:gdLst>
              <a:gd name="connsiteX0" fmla="*/ 159741 w 159741"/>
              <a:gd name="connsiteY0" fmla="*/ 0 h 552996"/>
              <a:gd name="connsiteX1" fmla="*/ 159741 w 159741"/>
              <a:gd name="connsiteY1" fmla="*/ 552996 h 552996"/>
              <a:gd name="connsiteX2" fmla="*/ 141849 w 159741"/>
              <a:gd name="connsiteY2" fmla="*/ 543285 h 552996"/>
              <a:gd name="connsiteX3" fmla="*/ 0 w 159741"/>
              <a:gd name="connsiteY3" fmla="*/ 276498 h 552996"/>
              <a:gd name="connsiteX4" fmla="*/ 141849 w 159741"/>
              <a:gd name="connsiteY4" fmla="*/ 9711 h 5529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741" h="552996">
                <a:moveTo>
                  <a:pt x="159741" y="0"/>
                </a:moveTo>
                <a:lnTo>
                  <a:pt x="159741" y="552996"/>
                </a:lnTo>
                <a:lnTo>
                  <a:pt x="141849" y="543285"/>
                </a:lnTo>
                <a:cubicBezTo>
                  <a:pt x="56268" y="485467"/>
                  <a:pt x="0" y="387554"/>
                  <a:pt x="0" y="276498"/>
                </a:cubicBezTo>
                <a:cubicBezTo>
                  <a:pt x="0" y="165443"/>
                  <a:pt x="56268" y="67529"/>
                  <a:pt x="141849" y="9711"/>
                </a:cubicBezTo>
                <a:close/>
              </a:path>
            </a:pathLst>
          </a:custGeom>
          <a:solidFill>
            <a:schemeClr val="accent2"/>
          </a:solidFill>
          <a:ln w="1270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9" name="Freeform: Shape 78">
            <a:extLst>
              <a:ext uri="{FF2B5EF4-FFF2-40B4-BE49-F238E27FC236}">
                <a16:creationId xmlns:a16="http://schemas.microsoft.com/office/drawing/2014/main" id="{7821A508-2985-4905-874A-527429BAAB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835649"/>
            <a:ext cx="1548180" cy="1022351"/>
          </a:xfrm>
          <a:custGeom>
            <a:avLst/>
            <a:gdLst>
              <a:gd name="connsiteX0" fmla="*/ 61913 w 1548180"/>
              <a:gd name="connsiteY0" fmla="*/ 0 h 1022351"/>
              <a:gd name="connsiteX1" fmla="*/ 1548180 w 1548180"/>
              <a:gd name="connsiteY1" fmla="*/ 0 h 1022351"/>
              <a:gd name="connsiteX2" fmla="*/ 1548180 w 1548180"/>
              <a:gd name="connsiteY2" fmla="*/ 123825 h 1022351"/>
              <a:gd name="connsiteX3" fmla="*/ 123825 w 1548180"/>
              <a:gd name="connsiteY3" fmla="*/ 123825 h 1022351"/>
              <a:gd name="connsiteX4" fmla="*/ 123825 w 1548180"/>
              <a:gd name="connsiteY4" fmla="*/ 1022351 h 1022351"/>
              <a:gd name="connsiteX5" fmla="*/ 0 w 1548180"/>
              <a:gd name="connsiteY5" fmla="*/ 1022351 h 1022351"/>
              <a:gd name="connsiteX6" fmla="*/ 0 w 1548180"/>
              <a:gd name="connsiteY6" fmla="*/ 61913 h 1022351"/>
              <a:gd name="connsiteX7" fmla="*/ 61913 w 1548180"/>
              <a:gd name="connsiteY7" fmla="*/ 0 h 1022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48180" h="1022351">
                <a:moveTo>
                  <a:pt x="61913" y="0"/>
                </a:moveTo>
                <a:lnTo>
                  <a:pt x="1548180" y="0"/>
                </a:lnTo>
                <a:lnTo>
                  <a:pt x="1548180" y="123825"/>
                </a:lnTo>
                <a:lnTo>
                  <a:pt x="123825" y="123825"/>
                </a:lnTo>
                <a:lnTo>
                  <a:pt x="123825" y="1022351"/>
                </a:lnTo>
                <a:lnTo>
                  <a:pt x="0" y="1022351"/>
                </a:ln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endParaRPr lang="en-US"/>
          </a:p>
        </p:txBody>
      </p:sp>
      <p:sp>
        <p:nvSpPr>
          <p:cNvPr id="81" name="Freeform: Shape 80">
            <a:extLst>
              <a:ext uri="{FF2B5EF4-FFF2-40B4-BE49-F238E27FC236}">
                <a16:creationId xmlns:a16="http://schemas.microsoft.com/office/drawing/2014/main" id="{D2929CB1-0E3C-4B2D-ADC5-0154FB33BA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697761" y="5717906"/>
            <a:ext cx="1771609" cy="1140095"/>
          </a:xfrm>
          <a:custGeom>
            <a:avLst/>
            <a:gdLst>
              <a:gd name="connsiteX0" fmla="*/ 1561721 w 1771609"/>
              <a:gd name="connsiteY0" fmla="*/ 763041 h 1140095"/>
              <a:gd name="connsiteX1" fmla="*/ 1623024 w 1771609"/>
              <a:gd name="connsiteY1" fmla="*/ 792810 h 1140095"/>
              <a:gd name="connsiteX2" fmla="*/ 1711735 w 1771609"/>
              <a:gd name="connsiteY2" fmla="*/ 970132 h 1140095"/>
              <a:gd name="connsiteX3" fmla="*/ 1771609 w 1771609"/>
              <a:gd name="connsiteY3" fmla="*/ 1140095 h 1140095"/>
              <a:gd name="connsiteX4" fmla="*/ 1637225 w 1771609"/>
              <a:gd name="connsiteY4" fmla="*/ 1140095 h 1140095"/>
              <a:gd name="connsiteX5" fmla="*/ 1594820 w 1771609"/>
              <a:gd name="connsiteY5" fmla="*/ 1019711 h 1140095"/>
              <a:gd name="connsiteX6" fmla="*/ 1513200 w 1771609"/>
              <a:gd name="connsiteY6" fmla="*/ 856627 h 1140095"/>
              <a:gd name="connsiteX7" fmla="*/ 1538499 w 1771609"/>
              <a:gd name="connsiteY7" fmla="*/ 770415 h 1140095"/>
              <a:gd name="connsiteX8" fmla="*/ 1561721 w 1771609"/>
              <a:gd name="connsiteY8" fmla="*/ 763041 h 1140095"/>
              <a:gd name="connsiteX9" fmla="*/ 933455 w 1771609"/>
              <a:gd name="connsiteY9" fmla="*/ 161309 h 1140095"/>
              <a:gd name="connsiteX10" fmla="*/ 957797 w 1771609"/>
              <a:gd name="connsiteY10" fmla="*/ 167970 h 1140095"/>
              <a:gd name="connsiteX11" fmla="*/ 1286982 w 1771609"/>
              <a:gd name="connsiteY11" fmla="*/ 387616 h 1140095"/>
              <a:gd name="connsiteX12" fmla="*/ 1293725 w 1771609"/>
              <a:gd name="connsiteY12" fmla="*/ 477075 h 1140095"/>
              <a:gd name="connsiteX13" fmla="*/ 1245453 w 1771609"/>
              <a:gd name="connsiteY13" fmla="*/ 499154 h 1140095"/>
              <a:gd name="connsiteX14" fmla="*/ 1245167 w 1771609"/>
              <a:gd name="connsiteY14" fmla="*/ 499154 h 1140095"/>
              <a:gd name="connsiteX15" fmla="*/ 1203638 w 1771609"/>
              <a:gd name="connsiteY15" fmla="*/ 484104 h 1140095"/>
              <a:gd name="connsiteX16" fmla="*/ 900647 w 1771609"/>
              <a:gd name="connsiteY16" fmla="*/ 281508 h 1140095"/>
              <a:gd name="connsiteX17" fmla="*/ 872454 w 1771609"/>
              <a:gd name="connsiteY17" fmla="*/ 196164 h 1140095"/>
              <a:gd name="connsiteX18" fmla="*/ 933455 w 1771609"/>
              <a:gd name="connsiteY18" fmla="*/ 161309 h 1140095"/>
              <a:gd name="connsiteX19" fmla="*/ 256260 w 1771609"/>
              <a:gd name="connsiteY19" fmla="*/ 29 h 1140095"/>
              <a:gd name="connsiteX20" fmla="*/ 454020 w 1771609"/>
              <a:gd name="connsiteY20" fmla="*/ 13474 h 1140095"/>
              <a:gd name="connsiteX21" fmla="*/ 509236 w 1771609"/>
              <a:gd name="connsiteY21" fmla="*/ 84182 h 1140095"/>
              <a:gd name="connsiteX22" fmla="*/ 445829 w 1771609"/>
              <a:gd name="connsiteY22" fmla="*/ 139871 h 1140095"/>
              <a:gd name="connsiteX23" fmla="*/ 437447 w 1771609"/>
              <a:gd name="connsiteY23" fmla="*/ 139395 h 1140095"/>
              <a:gd name="connsiteX24" fmla="*/ 73211 w 1771609"/>
              <a:gd name="connsiteY24" fmla="*/ 137204 h 1140095"/>
              <a:gd name="connsiteX25" fmla="*/ 749 w 1771609"/>
              <a:gd name="connsiteY25" fmla="*/ 84082 h 1140095"/>
              <a:gd name="connsiteX26" fmla="*/ 53871 w 1771609"/>
              <a:gd name="connsiteY26" fmla="*/ 11621 h 1140095"/>
              <a:gd name="connsiteX27" fmla="*/ 58352 w 1771609"/>
              <a:gd name="connsiteY27" fmla="*/ 11093 h 1140095"/>
              <a:gd name="connsiteX28" fmla="*/ 256260 w 1771609"/>
              <a:gd name="connsiteY28" fmla="*/ 29 h 1140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771609" h="1140095">
                <a:moveTo>
                  <a:pt x="1561721" y="763041"/>
                </a:moveTo>
                <a:cubicBezTo>
                  <a:pt x="1585506" y="760324"/>
                  <a:pt x="1609722" y="771249"/>
                  <a:pt x="1623024" y="792810"/>
                </a:cubicBezTo>
                <a:cubicBezTo>
                  <a:pt x="1656300" y="850065"/>
                  <a:pt x="1685920" y="909291"/>
                  <a:pt x="1711735" y="970132"/>
                </a:cubicBezTo>
                <a:lnTo>
                  <a:pt x="1771609" y="1140095"/>
                </a:lnTo>
                <a:lnTo>
                  <a:pt x="1637225" y="1140095"/>
                </a:lnTo>
                <a:lnTo>
                  <a:pt x="1594820" y="1019711"/>
                </a:lnTo>
                <a:cubicBezTo>
                  <a:pt x="1571072" y="963753"/>
                  <a:pt x="1543818" y="909282"/>
                  <a:pt x="1513200" y="856627"/>
                </a:cubicBezTo>
                <a:cubicBezTo>
                  <a:pt x="1496379" y="825834"/>
                  <a:pt x="1507704" y="787236"/>
                  <a:pt x="1538499" y="770415"/>
                </a:cubicBezTo>
                <a:cubicBezTo>
                  <a:pt x="1545912" y="766367"/>
                  <a:pt x="1553792" y="763946"/>
                  <a:pt x="1561721" y="763041"/>
                </a:cubicBezTo>
                <a:close/>
                <a:moveTo>
                  <a:pt x="933455" y="161309"/>
                </a:moveTo>
                <a:cubicBezTo>
                  <a:pt x="941693" y="161855"/>
                  <a:pt x="949959" y="164025"/>
                  <a:pt x="957797" y="167970"/>
                </a:cubicBez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4290" y="172650"/>
                  <a:pt x="908742" y="159670"/>
                  <a:pt x="933455" y="161309"/>
                </a:cubicBezTo>
                <a:close/>
                <a:moveTo>
                  <a:pt x="256260" y="29"/>
                </a:moveTo>
                <a:cubicBezTo>
                  <a:pt x="322331" y="427"/>
                  <a:pt x="388378" y="4909"/>
                  <a:pt x="454020" y="13474"/>
                </a:cubicBezTo>
                <a:cubicBezTo>
                  <a:pt x="488793" y="17752"/>
                  <a:pt x="513514" y="49409"/>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24093" y="3319"/>
                  <a:pt x="190189" y="-369"/>
                  <a:pt x="256260" y="29"/>
                </a:cubicBezTo>
                <a:close/>
              </a:path>
            </a:pathLst>
          </a:custGeom>
          <a:solidFill>
            <a:schemeClr val="accent4"/>
          </a:solidFill>
          <a:ln w="9525" cap="flat">
            <a:noFill/>
            <a:prstDash val="solid"/>
            <a:miter/>
          </a:ln>
        </p:spPr>
        <p:txBody>
          <a:bodyPr rtlCol="0" anchor="ctr"/>
          <a:lstStyle/>
          <a:p>
            <a:endParaRPr lang="en-US"/>
          </a:p>
        </p:txBody>
      </p:sp>
      <p:pic>
        <p:nvPicPr>
          <p:cNvPr id="1026" name="Picture 2" descr="LastPrice | רובוט טיבו למשחק Buki בוקי Tibo Robot בלאסטפרייס">
            <a:extLst>
              <a:ext uri="{FF2B5EF4-FFF2-40B4-BE49-F238E27FC236}">
                <a16:creationId xmlns:a16="http://schemas.microsoft.com/office/drawing/2014/main" id="{90D96ED4-57D9-8146-89E4-369A7162464A}"/>
              </a:ext>
            </a:extLst>
          </p:cNvPr>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r="-2" b="-2"/>
          <a:stretch/>
        </p:blipFill>
        <p:spPr bwMode="auto">
          <a:xfrm>
            <a:off x="631840" y="598720"/>
            <a:ext cx="5178249" cy="5178249"/>
          </a:xfrm>
          <a:custGeom>
            <a:avLst/>
            <a:gdLst/>
            <a:ahLst/>
            <a:cxnLst/>
            <a:rect l="l" t="t" r="r" b="b"/>
            <a:pathLst>
              <a:path w="3741748" h="3741748">
                <a:moveTo>
                  <a:pt x="1870874" y="0"/>
                </a:moveTo>
                <a:cubicBezTo>
                  <a:pt x="2904129" y="0"/>
                  <a:pt x="3741748" y="837619"/>
                  <a:pt x="3741748" y="1870874"/>
                </a:cubicBezTo>
                <a:cubicBezTo>
                  <a:pt x="3741748" y="2904129"/>
                  <a:pt x="2904129" y="3741748"/>
                  <a:pt x="1870874" y="3741748"/>
                </a:cubicBezTo>
                <a:cubicBezTo>
                  <a:pt x="837619" y="3741748"/>
                  <a:pt x="0" y="2904129"/>
                  <a:pt x="0" y="1870874"/>
                </a:cubicBezTo>
                <a:cubicBezTo>
                  <a:pt x="0" y="837619"/>
                  <a:pt x="837619" y="0"/>
                  <a:pt x="1870874" y="0"/>
                </a:cubicBezTo>
                <a:close/>
              </a:path>
            </a:pathLst>
          </a:custGeom>
          <a:noFill/>
          <a:extLst>
            <a:ext uri="{909E8E84-426E-40DD-AFC4-6F175D3DCCD1}">
              <a14:hiddenFill xmlns:a14="http://schemas.microsoft.com/office/drawing/2010/main">
                <a:solidFill>
                  <a:srgbClr val="FFFFFF"/>
                </a:solidFill>
              </a14:hiddenFill>
            </a:ext>
          </a:extLst>
        </p:spPr>
      </p:pic>
      <p:sp>
        <p:nvSpPr>
          <p:cNvPr id="83" name="Freeform: Shape 82">
            <a:extLst>
              <a:ext uri="{FF2B5EF4-FFF2-40B4-BE49-F238E27FC236}">
                <a16:creationId xmlns:a16="http://schemas.microsoft.com/office/drawing/2014/main" id="{5F2F0C84-BE8C-4DC2-A6D3-30349A801D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520513" y="6258756"/>
            <a:ext cx="1565940" cy="599245"/>
          </a:xfrm>
          <a:custGeom>
            <a:avLst/>
            <a:gdLst>
              <a:gd name="connsiteX0" fmla="*/ 782970 w 1565940"/>
              <a:gd name="connsiteY0" fmla="*/ 0 h 599245"/>
              <a:gd name="connsiteX1" fmla="*/ 1528042 w 1565940"/>
              <a:gd name="connsiteY1" fmla="*/ 480469 h 599245"/>
              <a:gd name="connsiteX2" fmla="*/ 1565940 w 1565940"/>
              <a:gd name="connsiteY2" fmla="*/ 599245 h 599245"/>
              <a:gd name="connsiteX3" fmla="*/ 0 w 1565940"/>
              <a:gd name="connsiteY3" fmla="*/ 599245 h 599245"/>
              <a:gd name="connsiteX4" fmla="*/ 37898 w 1565940"/>
              <a:gd name="connsiteY4" fmla="*/ 480469 h 599245"/>
              <a:gd name="connsiteX5" fmla="*/ 782970 w 1565940"/>
              <a:gd name="connsiteY5" fmla="*/ 0 h 599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65940" h="599245">
                <a:moveTo>
                  <a:pt x="782970" y="0"/>
                </a:moveTo>
                <a:cubicBezTo>
                  <a:pt x="1117910" y="0"/>
                  <a:pt x="1405287" y="198118"/>
                  <a:pt x="1528042" y="480469"/>
                </a:cubicBezTo>
                <a:lnTo>
                  <a:pt x="1565940" y="599245"/>
                </a:lnTo>
                <a:lnTo>
                  <a:pt x="0" y="599245"/>
                </a:lnTo>
                <a:lnTo>
                  <a:pt x="37898" y="480469"/>
                </a:lnTo>
                <a:cubicBezTo>
                  <a:pt x="160653" y="198118"/>
                  <a:pt x="448030" y="0"/>
                  <a:pt x="782970"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36634223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3" name="Rectangle 72">
            <a:extLst>
              <a:ext uri="{FF2B5EF4-FFF2-40B4-BE49-F238E27FC236}">
                <a16:creationId xmlns:a16="http://schemas.microsoft.com/office/drawing/2014/main" id="{49CD2D09-B1BB-4DF5-9E1C-3D21B21EDE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20431" y="0"/>
            <a:ext cx="6271569" cy="6858000"/>
          </a:xfrm>
          <a:prstGeom prst="rect">
            <a:avLst/>
          </a:prstGeom>
          <a:gradFill>
            <a:gsLst>
              <a:gs pos="0">
                <a:schemeClr val="accent1">
                  <a:lumMod val="100000"/>
                  <a:alpha val="82000"/>
                </a:schemeClr>
              </a:gs>
              <a:gs pos="25000">
                <a:schemeClr val="accent1">
                  <a:alpha val="60000"/>
                </a:schemeClr>
              </a:gs>
              <a:gs pos="94000">
                <a:schemeClr val="bg2">
                  <a:lumMod val="75000"/>
                </a:schemeClr>
              </a:gs>
              <a:gs pos="100000">
                <a:schemeClr val="bg2">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5" name="Picture 74">
            <a:extLst>
              <a:ext uri="{FF2B5EF4-FFF2-40B4-BE49-F238E27FC236}">
                <a16:creationId xmlns:a16="http://schemas.microsoft.com/office/drawing/2014/main" id="{83355637-BA71-4F63-94C9-E77BF81BDFC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a:ext>
            </a:extLst>
          </a:blip>
          <a:stretch>
            <a:fillRect/>
          </a:stretch>
        </p:blipFill>
        <p:spPr>
          <a:xfrm flipH="1">
            <a:off x="0" y="0"/>
            <a:ext cx="12192000" cy="6858000"/>
          </a:xfrm>
          <a:prstGeom prst="rect">
            <a:avLst/>
          </a:prstGeom>
        </p:spPr>
      </p:pic>
      <p:sp>
        <p:nvSpPr>
          <p:cNvPr id="2" name="כותרת 1">
            <a:extLst>
              <a:ext uri="{FF2B5EF4-FFF2-40B4-BE49-F238E27FC236}">
                <a16:creationId xmlns:a16="http://schemas.microsoft.com/office/drawing/2014/main" id="{804E2AD8-86F9-F94B-84BD-1B71835822F4}"/>
              </a:ext>
            </a:extLst>
          </p:cNvPr>
          <p:cNvSpPr>
            <a:spLocks noGrp="1"/>
          </p:cNvSpPr>
          <p:nvPr>
            <p:ph type="title"/>
          </p:nvPr>
        </p:nvSpPr>
        <p:spPr>
          <a:xfrm>
            <a:off x="804998" y="798445"/>
            <a:ext cx="4803636" cy="1311664"/>
          </a:xfrm>
        </p:spPr>
        <p:txBody>
          <a:bodyPr>
            <a:normAutofit/>
          </a:bodyPr>
          <a:lstStyle/>
          <a:p>
            <a:r>
              <a:rPr lang="he-IL" sz="2800">
                <a:solidFill>
                  <a:srgbClr val="000000"/>
                </a:solidFill>
              </a:rPr>
              <a:t>תכנון התנועה של רובוטים הינו מאתגר ביותר</a:t>
            </a:r>
            <a:br>
              <a:rPr lang="he-IL" sz="2800">
                <a:solidFill>
                  <a:srgbClr val="000000"/>
                </a:solidFill>
              </a:rPr>
            </a:br>
            <a:r>
              <a:rPr lang="he-IL" sz="2800">
                <a:solidFill>
                  <a:srgbClr val="000000"/>
                </a:solidFill>
              </a:rPr>
              <a:t> </a:t>
            </a:r>
          </a:p>
        </p:txBody>
      </p:sp>
      <p:sp>
        <p:nvSpPr>
          <p:cNvPr id="3" name="מציין מיקום תוכן 2">
            <a:extLst>
              <a:ext uri="{FF2B5EF4-FFF2-40B4-BE49-F238E27FC236}">
                <a16:creationId xmlns:a16="http://schemas.microsoft.com/office/drawing/2014/main" id="{CFB5FF00-279D-5B4C-A065-D752A8D50588}"/>
              </a:ext>
            </a:extLst>
          </p:cNvPr>
          <p:cNvSpPr>
            <a:spLocks noGrp="1"/>
          </p:cNvSpPr>
          <p:nvPr>
            <p:ph idx="1"/>
          </p:nvPr>
        </p:nvSpPr>
        <p:spPr>
          <a:xfrm>
            <a:off x="804997" y="2272143"/>
            <a:ext cx="4706803" cy="3788830"/>
          </a:xfrm>
        </p:spPr>
        <p:txBody>
          <a:bodyPr anchor="ctr">
            <a:normAutofit/>
          </a:bodyPr>
          <a:lstStyle/>
          <a:p>
            <a:r>
              <a:rPr lang="he-IL" sz="2000" dirty="0">
                <a:solidFill>
                  <a:srgbClr val="000000"/>
                </a:solidFill>
              </a:rPr>
              <a:t>תנועה קצרה ככל שניתן ליעד </a:t>
            </a:r>
          </a:p>
          <a:p>
            <a:r>
              <a:rPr lang="he-IL" sz="2000" dirty="0">
                <a:solidFill>
                  <a:srgbClr val="000000"/>
                </a:solidFill>
              </a:rPr>
              <a:t>הימנעות ממכשולים </a:t>
            </a:r>
          </a:p>
          <a:p>
            <a:r>
              <a:rPr lang="he-IL" sz="2000" dirty="0">
                <a:solidFill>
                  <a:srgbClr val="000000"/>
                </a:solidFill>
              </a:rPr>
              <a:t>מסלולים מרווחים </a:t>
            </a:r>
          </a:p>
          <a:p>
            <a:r>
              <a:rPr lang="he-IL" sz="2000" dirty="0">
                <a:solidFill>
                  <a:srgbClr val="000000"/>
                </a:solidFill>
              </a:rPr>
              <a:t>דיוק בתנועה שמשוערכת לפי חיישנים פיזיקליים </a:t>
            </a:r>
          </a:p>
          <a:p>
            <a:r>
              <a:rPr lang="he-IL" sz="2000" dirty="0">
                <a:solidFill>
                  <a:srgbClr val="000000"/>
                </a:solidFill>
              </a:rPr>
              <a:t>מסלולים שיצרכו אנרגיה מועטה </a:t>
            </a:r>
          </a:p>
          <a:p>
            <a:endParaRPr lang="he-IL" sz="2000" dirty="0">
              <a:solidFill>
                <a:srgbClr val="000000"/>
              </a:solidFill>
            </a:endParaRPr>
          </a:p>
          <a:p>
            <a:endParaRPr lang="he-IL" sz="2000" dirty="0">
              <a:solidFill>
                <a:srgbClr val="000000"/>
              </a:solidFill>
            </a:endParaRPr>
          </a:p>
        </p:txBody>
      </p:sp>
      <p:sp>
        <p:nvSpPr>
          <p:cNvPr id="77" name="Freeform 49">
            <a:extLst>
              <a:ext uri="{FF2B5EF4-FFF2-40B4-BE49-F238E27FC236}">
                <a16:creationId xmlns:a16="http://schemas.microsoft.com/office/drawing/2014/main" id="{967C29FE-FD32-4AFB-AD20-DBDF5864B2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713915" y="590635"/>
            <a:ext cx="5478085" cy="6276841"/>
          </a:xfrm>
          <a:custGeom>
            <a:avLst/>
            <a:gdLst>
              <a:gd name="connsiteX0" fmla="*/ 2178155 w 5478085"/>
              <a:gd name="connsiteY0" fmla="*/ 0 h 6276841"/>
              <a:gd name="connsiteX1" fmla="*/ 5478085 w 5478085"/>
              <a:gd name="connsiteY1" fmla="*/ 3299930 h 6276841"/>
              <a:gd name="connsiteX2" fmla="*/ 3751098 w 5478085"/>
              <a:gd name="connsiteY2" fmla="*/ 6201577 h 6276841"/>
              <a:gd name="connsiteX3" fmla="*/ 3594858 w 5478085"/>
              <a:gd name="connsiteY3" fmla="*/ 6276841 h 6276841"/>
              <a:gd name="connsiteX4" fmla="*/ 761453 w 5478085"/>
              <a:gd name="connsiteY4" fmla="*/ 6276841 h 6276841"/>
              <a:gd name="connsiteX5" fmla="*/ 605213 w 5478085"/>
              <a:gd name="connsiteY5" fmla="*/ 6201577 h 6276841"/>
              <a:gd name="connsiteX6" fmla="*/ 79093 w 5478085"/>
              <a:gd name="connsiteY6" fmla="*/ 5846317 h 6276841"/>
              <a:gd name="connsiteX7" fmla="*/ 0 w 5478085"/>
              <a:gd name="connsiteY7" fmla="*/ 5774432 h 6276841"/>
              <a:gd name="connsiteX8" fmla="*/ 0 w 5478085"/>
              <a:gd name="connsiteY8" fmla="*/ 825429 h 6276841"/>
              <a:gd name="connsiteX9" fmla="*/ 79093 w 5478085"/>
              <a:gd name="connsiteY9" fmla="*/ 753544 h 6276841"/>
              <a:gd name="connsiteX10" fmla="*/ 2178155 w 5478085"/>
              <a:gd name="connsiteY10" fmla="*/ 0 h 62768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78085" h="6276841">
                <a:moveTo>
                  <a:pt x="2178155" y="0"/>
                </a:moveTo>
                <a:cubicBezTo>
                  <a:pt x="4000656" y="0"/>
                  <a:pt x="5478085" y="1477429"/>
                  <a:pt x="5478085" y="3299930"/>
                </a:cubicBezTo>
                <a:cubicBezTo>
                  <a:pt x="5478085" y="4552900"/>
                  <a:pt x="4779769" y="5642769"/>
                  <a:pt x="3751098" y="6201577"/>
                </a:cubicBezTo>
                <a:lnTo>
                  <a:pt x="3594858" y="6276841"/>
                </a:lnTo>
                <a:lnTo>
                  <a:pt x="761453" y="6276841"/>
                </a:lnTo>
                <a:lnTo>
                  <a:pt x="605213" y="6201577"/>
                </a:lnTo>
                <a:cubicBezTo>
                  <a:pt x="418182" y="6099975"/>
                  <a:pt x="242071" y="5980818"/>
                  <a:pt x="79093" y="5846317"/>
                </a:cubicBezTo>
                <a:lnTo>
                  <a:pt x="0" y="5774432"/>
                </a:lnTo>
                <a:lnTo>
                  <a:pt x="0" y="825429"/>
                </a:lnTo>
                <a:lnTo>
                  <a:pt x="79093" y="753544"/>
                </a:lnTo>
                <a:cubicBezTo>
                  <a:pt x="649516" y="282789"/>
                  <a:pt x="1380811" y="0"/>
                  <a:pt x="2178155" y="0"/>
                </a:cubicBezTo>
                <a:close/>
              </a:path>
            </a:pathLst>
          </a:custGeom>
          <a:solidFill>
            <a:srgbClr val="FFFFFF"/>
          </a:solidFill>
          <a:ln>
            <a:gradFill>
              <a:gsLst>
                <a:gs pos="0">
                  <a:schemeClr val="accent1">
                    <a:lumMod val="40000"/>
                    <a:lumOff val="60000"/>
                  </a:schemeClr>
                </a:gs>
                <a:gs pos="23000">
                  <a:schemeClr val="accent1">
                    <a:lumMod val="45000"/>
                    <a:lumOff val="55000"/>
                  </a:schemeClr>
                </a:gs>
                <a:gs pos="83000">
                  <a:schemeClr val="accent3"/>
                </a:gs>
                <a:gs pos="100000">
                  <a:schemeClr val="accent3"/>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3076" name="Picture 4" descr="Thinking Small">
            <a:extLst>
              <a:ext uri="{FF2B5EF4-FFF2-40B4-BE49-F238E27FC236}">
                <a16:creationId xmlns:a16="http://schemas.microsoft.com/office/drawing/2014/main" id="{68DD1CC7-5F75-DC48-9D50-D835BC4D11BA}"/>
              </a:ext>
            </a:extLst>
          </p:cNvPr>
          <p:cNvPicPr>
            <a:picLocks noChangeAspect="1" noChangeArrowheads="1"/>
          </p:cNvPicPr>
          <p:nvPr/>
        </p:nvPicPr>
        <p:blipFill rotWithShape="1">
          <a:blip r:embed="rId4" cstate="screen">
            <a:extLst>
              <a:ext uri="{28A0092B-C50C-407E-A947-70E740481C1C}">
                <a14:useLocalDpi xmlns:a14="http://schemas.microsoft.com/office/drawing/2010/main"/>
              </a:ext>
            </a:extLst>
          </a:blip>
          <a:srcRect b="-3"/>
          <a:stretch/>
        </p:blipFill>
        <p:spPr bwMode="auto">
          <a:xfrm>
            <a:off x="6893318" y="770037"/>
            <a:ext cx="5298683" cy="6097438"/>
          </a:xfrm>
          <a:custGeom>
            <a:avLst/>
            <a:gdLst/>
            <a:ahLst/>
            <a:cxnLst/>
            <a:rect l="l" t="t" r="r" b="b"/>
            <a:pathLst>
              <a:path w="5298683" h="6097438">
                <a:moveTo>
                  <a:pt x="3120528" y="0"/>
                </a:moveTo>
                <a:cubicBezTo>
                  <a:pt x="3874524" y="0"/>
                  <a:pt x="4566062" y="267415"/>
                  <a:pt x="5105473" y="712577"/>
                </a:cubicBezTo>
                <a:lnTo>
                  <a:pt x="5298683" y="888178"/>
                </a:lnTo>
                <a:lnTo>
                  <a:pt x="5298683" y="5352876"/>
                </a:lnTo>
                <a:lnTo>
                  <a:pt x="5105473" y="5528477"/>
                </a:lnTo>
                <a:cubicBezTo>
                  <a:pt x="4874296" y="5719261"/>
                  <a:pt x="4615179" y="5877397"/>
                  <a:pt x="4335177" y="5995828"/>
                </a:cubicBezTo>
                <a:lnTo>
                  <a:pt x="4057556" y="6097438"/>
                </a:lnTo>
                <a:lnTo>
                  <a:pt x="2183499" y="6097438"/>
                </a:lnTo>
                <a:lnTo>
                  <a:pt x="1905878" y="5995828"/>
                </a:lnTo>
                <a:cubicBezTo>
                  <a:pt x="785873" y="5522106"/>
                  <a:pt x="0" y="4413092"/>
                  <a:pt x="0" y="3120527"/>
                </a:cubicBezTo>
                <a:cubicBezTo>
                  <a:pt x="0" y="1397108"/>
                  <a:pt x="1397108" y="0"/>
                  <a:pt x="3120528" y="0"/>
                </a:cubicBez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153579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 name="Rectangle 70">
            <a:extLst>
              <a:ext uri="{FF2B5EF4-FFF2-40B4-BE49-F238E27FC236}">
                <a16:creationId xmlns:a16="http://schemas.microsoft.com/office/drawing/2014/main" id="{D2B783EE-0239-4717-BBEA-8C9EAC61C8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תיבת טקסט 7">
            <a:extLst>
              <a:ext uri="{FF2B5EF4-FFF2-40B4-BE49-F238E27FC236}">
                <a16:creationId xmlns:a16="http://schemas.microsoft.com/office/drawing/2014/main" id="{6F6D572E-27AF-3849-9F71-3588359B0BED}"/>
              </a:ext>
            </a:extLst>
          </p:cNvPr>
          <p:cNvSpPr txBox="1"/>
          <p:nvPr/>
        </p:nvSpPr>
        <p:spPr>
          <a:xfrm>
            <a:off x="838201" y="1825625"/>
            <a:ext cx="5092194" cy="4351338"/>
          </a:xfrm>
          <a:prstGeom prst="rect">
            <a:avLst/>
          </a:prstGeom>
        </p:spPr>
        <p:txBody>
          <a:bodyPr vert="horz" lIns="91440" tIns="45720" rIns="91440" bIns="45720" rtlCol="0">
            <a:normAutofit/>
          </a:bodyPr>
          <a:lstStyle/>
          <a:p>
            <a:pPr marL="285750" indent="-228600">
              <a:lnSpc>
                <a:spcPct val="90000"/>
              </a:lnSpc>
              <a:spcAft>
                <a:spcPts val="600"/>
              </a:spcAft>
              <a:buFont typeface="Arial" panose="020B0604020202020204" pitchFamily="34" charset="0"/>
              <a:buChar char="•"/>
            </a:pPr>
            <a:r>
              <a:rPr lang="en-US" dirty="0" err="1"/>
              <a:t>רמת</a:t>
            </a:r>
            <a:r>
              <a:rPr lang="en-US" dirty="0"/>
              <a:t> </a:t>
            </a:r>
            <a:r>
              <a:rPr lang="en-US" dirty="0" err="1"/>
              <a:t>הסיבוך</a:t>
            </a:r>
            <a:r>
              <a:rPr lang="en-US" dirty="0"/>
              <a:t> </a:t>
            </a:r>
            <a:r>
              <a:rPr lang="en-US" dirty="0" err="1"/>
              <a:t>עולה</a:t>
            </a:r>
            <a:r>
              <a:rPr lang="en-US" dirty="0"/>
              <a:t> </a:t>
            </a:r>
            <a:r>
              <a:rPr lang="en-US" dirty="0" err="1"/>
              <a:t>עם</a:t>
            </a:r>
            <a:r>
              <a:rPr lang="en-US" dirty="0"/>
              <a:t> </a:t>
            </a:r>
            <a:r>
              <a:rPr lang="en-US" dirty="0" err="1"/>
              <a:t>עלייה</a:t>
            </a:r>
            <a:r>
              <a:rPr lang="en-US" dirty="0"/>
              <a:t> </a:t>
            </a:r>
            <a:r>
              <a:rPr lang="en-US" dirty="0" err="1"/>
              <a:t>בדרגות</a:t>
            </a:r>
            <a:r>
              <a:rPr lang="en-US" dirty="0"/>
              <a:t> </a:t>
            </a:r>
            <a:r>
              <a:rPr lang="en-US" dirty="0" err="1"/>
              <a:t>החופש</a:t>
            </a:r>
            <a:r>
              <a:rPr lang="en-US" dirty="0"/>
              <a:t> </a:t>
            </a:r>
            <a:r>
              <a:rPr lang="en-US" dirty="0" err="1"/>
              <a:t>בתנועת</a:t>
            </a:r>
            <a:r>
              <a:rPr lang="en-US" dirty="0"/>
              <a:t> </a:t>
            </a:r>
            <a:r>
              <a:rPr lang="en-US" dirty="0" err="1"/>
              <a:t>הרובוט</a:t>
            </a:r>
            <a:r>
              <a:rPr lang="en-US" dirty="0"/>
              <a:t> </a:t>
            </a:r>
          </a:p>
          <a:p>
            <a:pPr marL="285750" indent="-228600">
              <a:lnSpc>
                <a:spcPct val="90000"/>
              </a:lnSpc>
              <a:spcAft>
                <a:spcPts val="600"/>
              </a:spcAft>
              <a:buFont typeface="Arial" panose="020B0604020202020204" pitchFamily="34" charset="0"/>
              <a:buChar char="•"/>
            </a:pPr>
            <a:endParaRPr lang="en-US" dirty="0"/>
          </a:p>
          <a:p>
            <a:pPr marL="285750" indent="-228600">
              <a:lnSpc>
                <a:spcPct val="90000"/>
              </a:lnSpc>
              <a:spcAft>
                <a:spcPts val="600"/>
              </a:spcAft>
              <a:buFont typeface="Arial" panose="020B0604020202020204" pitchFamily="34" charset="0"/>
              <a:buChar char="•"/>
            </a:pPr>
            <a:r>
              <a:rPr lang="en-US" dirty="0" err="1"/>
              <a:t>שתי</a:t>
            </a:r>
            <a:r>
              <a:rPr lang="en-US" dirty="0"/>
              <a:t> </a:t>
            </a:r>
            <a:r>
              <a:rPr lang="en-US" dirty="0" err="1"/>
              <a:t>דרגות</a:t>
            </a:r>
            <a:r>
              <a:rPr lang="en-US" dirty="0"/>
              <a:t> </a:t>
            </a:r>
            <a:r>
              <a:rPr lang="en-US" dirty="0" err="1"/>
              <a:t>חופש</a:t>
            </a:r>
            <a:r>
              <a:rPr lang="he-IL" dirty="0"/>
              <a:t>- </a:t>
            </a:r>
            <a:r>
              <a:rPr lang="en-US" dirty="0" err="1"/>
              <a:t>קיימים</a:t>
            </a:r>
            <a:r>
              <a:rPr lang="en-US" dirty="0"/>
              <a:t> </a:t>
            </a:r>
            <a:r>
              <a:rPr lang="en-US" dirty="0" err="1"/>
              <a:t>מספר</a:t>
            </a:r>
            <a:r>
              <a:rPr lang="en-US" dirty="0"/>
              <a:t> </a:t>
            </a:r>
            <a:r>
              <a:rPr lang="en-US" dirty="0" err="1"/>
              <a:t>אלגוריתמים</a:t>
            </a:r>
            <a:r>
              <a:rPr lang="en-US" dirty="0"/>
              <a:t> </a:t>
            </a:r>
            <a:r>
              <a:rPr lang="en-US" dirty="0" err="1"/>
              <a:t>ופתרונות</a:t>
            </a:r>
            <a:r>
              <a:rPr lang="en-US" dirty="0"/>
              <a:t> </a:t>
            </a:r>
          </a:p>
          <a:p>
            <a:pPr marL="285750" indent="-228600">
              <a:lnSpc>
                <a:spcPct val="90000"/>
              </a:lnSpc>
              <a:spcAft>
                <a:spcPts val="600"/>
              </a:spcAft>
              <a:buFont typeface="Arial" panose="020B0604020202020204" pitchFamily="34" charset="0"/>
              <a:buChar char="•"/>
            </a:pPr>
            <a:endParaRPr lang="en-US" dirty="0"/>
          </a:p>
          <a:p>
            <a:pPr marL="285750" indent="-228600">
              <a:lnSpc>
                <a:spcPct val="90000"/>
              </a:lnSpc>
              <a:spcAft>
                <a:spcPts val="600"/>
              </a:spcAft>
              <a:buFont typeface="Arial" panose="020B0604020202020204" pitchFamily="34" charset="0"/>
              <a:buChar char="•"/>
            </a:pPr>
            <a:r>
              <a:rPr lang="en-US" dirty="0" err="1"/>
              <a:t>שלוש</a:t>
            </a:r>
            <a:r>
              <a:rPr lang="en-US" dirty="0"/>
              <a:t> </a:t>
            </a:r>
            <a:r>
              <a:rPr lang="en-US" dirty="0" err="1"/>
              <a:t>דרגות</a:t>
            </a:r>
            <a:r>
              <a:rPr lang="en-US" dirty="0"/>
              <a:t> </a:t>
            </a:r>
            <a:r>
              <a:rPr lang="en-US" dirty="0" err="1"/>
              <a:t>חופש</a:t>
            </a:r>
            <a:r>
              <a:rPr lang="en-US" dirty="0"/>
              <a:t> </a:t>
            </a:r>
            <a:r>
              <a:rPr lang="en-US" dirty="0" err="1"/>
              <a:t>ומעלה</a:t>
            </a:r>
            <a:r>
              <a:rPr lang="he-IL" dirty="0"/>
              <a:t>- </a:t>
            </a:r>
            <a:r>
              <a:rPr lang="en-US" dirty="0" err="1"/>
              <a:t>בעיה</a:t>
            </a:r>
            <a:r>
              <a:rPr lang="en-US" dirty="0"/>
              <a:t> </a:t>
            </a:r>
            <a:r>
              <a:rPr lang="en-US" dirty="0" err="1"/>
              <a:t>קשה</a:t>
            </a:r>
            <a:r>
              <a:rPr lang="en-US" dirty="0"/>
              <a:t> </a:t>
            </a:r>
            <a:r>
              <a:rPr lang="en-US" dirty="0" err="1"/>
              <a:t>חישובית</a:t>
            </a:r>
            <a:endParaRPr lang="en-US" dirty="0"/>
          </a:p>
          <a:p>
            <a:pPr marL="285750" indent="-228600">
              <a:lnSpc>
                <a:spcPct val="90000"/>
              </a:lnSpc>
              <a:spcAft>
                <a:spcPts val="600"/>
              </a:spcAft>
              <a:buFont typeface="Arial" panose="020B0604020202020204" pitchFamily="34" charset="0"/>
              <a:buChar char="•"/>
            </a:pPr>
            <a:endParaRPr lang="en-US" dirty="0"/>
          </a:p>
          <a:p>
            <a:pPr marL="285750" indent="-228600">
              <a:lnSpc>
                <a:spcPct val="90000"/>
              </a:lnSpc>
              <a:spcAft>
                <a:spcPts val="600"/>
              </a:spcAft>
              <a:buFont typeface="Arial" panose="020B0604020202020204" pitchFamily="34" charset="0"/>
              <a:buChar char="•"/>
            </a:pPr>
            <a:r>
              <a:rPr lang="en-US" dirty="0" err="1"/>
              <a:t>יש</a:t>
            </a:r>
            <a:r>
              <a:rPr lang="en-US" dirty="0"/>
              <a:t> </a:t>
            </a:r>
            <a:r>
              <a:rPr lang="en-US" dirty="0" err="1"/>
              <a:t>פתרונות</a:t>
            </a:r>
            <a:r>
              <a:rPr lang="en-US" dirty="0"/>
              <a:t> </a:t>
            </a:r>
            <a:r>
              <a:rPr lang="en-US" dirty="0" err="1"/>
              <a:t>טובים</a:t>
            </a:r>
            <a:r>
              <a:rPr lang="en-US" dirty="0"/>
              <a:t> </a:t>
            </a:r>
            <a:r>
              <a:rPr lang="en-US" dirty="0" err="1"/>
              <a:t>במידה</a:t>
            </a:r>
            <a:r>
              <a:rPr lang="en-US" dirty="0"/>
              <a:t> </a:t>
            </a:r>
            <a:r>
              <a:rPr lang="en-US" dirty="0" err="1"/>
              <a:t>ויש</a:t>
            </a:r>
            <a:r>
              <a:rPr lang="en-US" dirty="0"/>
              <a:t> </a:t>
            </a:r>
            <a:r>
              <a:rPr lang="en-US" dirty="0" err="1"/>
              <a:t>לנו</a:t>
            </a:r>
            <a:r>
              <a:rPr lang="en-US" dirty="0"/>
              <a:t> </a:t>
            </a:r>
            <a:r>
              <a:rPr lang="en-US" dirty="0" err="1"/>
              <a:t>זמן</a:t>
            </a:r>
            <a:r>
              <a:rPr lang="en-US" dirty="0"/>
              <a:t> </a:t>
            </a:r>
            <a:r>
              <a:rPr lang="en-US" dirty="0" err="1"/>
              <a:t>חישוב</a:t>
            </a:r>
            <a:r>
              <a:rPr lang="en-US" dirty="0"/>
              <a:t> </a:t>
            </a:r>
            <a:r>
              <a:rPr lang="en-US" dirty="0" err="1"/>
              <a:t>שאינו</a:t>
            </a:r>
            <a:r>
              <a:rPr lang="en-US" dirty="0"/>
              <a:t> </a:t>
            </a:r>
            <a:r>
              <a:rPr lang="en-US" dirty="0" err="1"/>
              <a:t>מוגבל</a:t>
            </a:r>
            <a:r>
              <a:rPr lang="en-US" dirty="0"/>
              <a:t> </a:t>
            </a:r>
            <a:r>
              <a:rPr lang="en-US" dirty="0" err="1"/>
              <a:t>אך</a:t>
            </a:r>
            <a:r>
              <a:rPr lang="en-US" dirty="0"/>
              <a:t> </a:t>
            </a:r>
            <a:r>
              <a:rPr lang="en-US" dirty="0" err="1"/>
              <a:t>כמובן</a:t>
            </a:r>
            <a:r>
              <a:rPr lang="en-US" dirty="0"/>
              <a:t> </a:t>
            </a:r>
            <a:r>
              <a:rPr lang="en-US" dirty="0" err="1"/>
              <a:t>שהם</a:t>
            </a:r>
            <a:r>
              <a:rPr lang="en-US" dirty="0"/>
              <a:t> </a:t>
            </a:r>
            <a:r>
              <a:rPr lang="en-US" dirty="0" err="1"/>
              <a:t>לא</a:t>
            </a:r>
            <a:r>
              <a:rPr lang="en-US" dirty="0"/>
              <a:t> </a:t>
            </a:r>
            <a:r>
              <a:rPr lang="en-US" dirty="0" err="1"/>
              <a:t>פרקטיים</a:t>
            </a:r>
            <a:endParaRPr lang="en-US" dirty="0"/>
          </a:p>
          <a:p>
            <a:pPr marL="285750" indent="-228600">
              <a:lnSpc>
                <a:spcPct val="90000"/>
              </a:lnSpc>
              <a:spcAft>
                <a:spcPts val="600"/>
              </a:spcAft>
              <a:buFont typeface="Arial" panose="020B0604020202020204" pitchFamily="34" charset="0"/>
              <a:buChar char="•"/>
            </a:pPr>
            <a:endParaRPr lang="en-US" dirty="0"/>
          </a:p>
          <a:p>
            <a:pPr marL="285750" indent="-228600">
              <a:lnSpc>
                <a:spcPct val="90000"/>
              </a:lnSpc>
              <a:spcAft>
                <a:spcPts val="600"/>
              </a:spcAft>
              <a:buFont typeface="Arial" panose="020B0604020202020204" pitchFamily="34" charset="0"/>
              <a:buChar char="•"/>
            </a:pPr>
            <a:r>
              <a:rPr lang="en-US" dirty="0" err="1"/>
              <a:t>פתרונות</a:t>
            </a:r>
            <a:r>
              <a:rPr lang="en-US" dirty="0"/>
              <a:t> </a:t>
            </a:r>
            <a:r>
              <a:rPr lang="en-US" dirty="0" err="1"/>
              <a:t>בהם</a:t>
            </a:r>
            <a:r>
              <a:rPr lang="en-US" dirty="0"/>
              <a:t> </a:t>
            </a:r>
            <a:r>
              <a:rPr lang="en-US" dirty="0" err="1"/>
              <a:t>משתמשים</a:t>
            </a:r>
            <a:r>
              <a:rPr lang="en-US" dirty="0"/>
              <a:t> </a:t>
            </a:r>
            <a:r>
              <a:rPr lang="en-US" dirty="0" err="1"/>
              <a:t>בפועל</a:t>
            </a:r>
            <a:r>
              <a:rPr lang="en-US" dirty="0"/>
              <a:t> </a:t>
            </a:r>
            <a:r>
              <a:rPr lang="en-US" dirty="0" err="1"/>
              <a:t>יכולים</a:t>
            </a:r>
            <a:r>
              <a:rPr lang="en-US" dirty="0"/>
              <a:t> </a:t>
            </a:r>
            <a:r>
              <a:rPr lang="en-US" dirty="0" err="1"/>
              <a:t>לעיתים</a:t>
            </a:r>
            <a:r>
              <a:rPr lang="en-US" dirty="0"/>
              <a:t> </a:t>
            </a:r>
            <a:r>
              <a:rPr lang="en-US" dirty="0" err="1"/>
              <a:t>להניב</a:t>
            </a:r>
            <a:r>
              <a:rPr lang="en-US" dirty="0"/>
              <a:t> </a:t>
            </a:r>
            <a:r>
              <a:rPr lang="en-US" dirty="0" err="1"/>
              <a:t>מסלולים</a:t>
            </a:r>
            <a:r>
              <a:rPr lang="en-US" dirty="0"/>
              <a:t> </a:t>
            </a:r>
            <a:r>
              <a:rPr lang="en-US" dirty="0" err="1"/>
              <a:t>גרועים</a:t>
            </a:r>
            <a:r>
              <a:rPr lang="en-US" dirty="0"/>
              <a:t> </a:t>
            </a:r>
            <a:r>
              <a:rPr lang="en-US" dirty="0" err="1"/>
              <a:t>מאוד</a:t>
            </a:r>
            <a:r>
              <a:rPr lang="en-US" dirty="0"/>
              <a:t>  </a:t>
            </a:r>
          </a:p>
        </p:txBody>
      </p:sp>
      <p:sp>
        <p:nvSpPr>
          <p:cNvPr id="73" name="Oval 72">
            <a:extLst>
              <a:ext uri="{FF2B5EF4-FFF2-40B4-BE49-F238E27FC236}">
                <a16:creationId xmlns:a16="http://schemas.microsoft.com/office/drawing/2014/main" id="{A7B99495-F43F-4D80-A44F-2CB4764EB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20569" y="1364732"/>
            <a:ext cx="947488" cy="92178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pic>
        <p:nvPicPr>
          <p:cNvPr id="12" name="תמונה 11" descr="תמונה שמכילה מד, כדור, שעון, שחקן&#10;&#10;התיאור נוצר באופן אוטומטי">
            <a:extLst>
              <a:ext uri="{FF2B5EF4-FFF2-40B4-BE49-F238E27FC236}">
                <a16:creationId xmlns:a16="http://schemas.microsoft.com/office/drawing/2014/main" id="{D2718267-0EED-FE40-8933-E599B5F78AC0}"/>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7901259" y="2727729"/>
            <a:ext cx="4290741" cy="4130271"/>
          </a:xfrm>
          <a:custGeom>
            <a:avLst/>
            <a:gdLst/>
            <a:ahLst/>
            <a:cxnLst/>
            <a:rect l="l" t="t" r="r" b="b"/>
            <a:pathLst>
              <a:path w="4290741" h="4130271">
                <a:moveTo>
                  <a:pt x="2503809" y="0"/>
                </a:moveTo>
                <a:cubicBezTo>
                  <a:pt x="3157405" y="0"/>
                  <a:pt x="3752509" y="250434"/>
                  <a:pt x="4198398" y="660580"/>
                </a:cubicBezTo>
                <a:lnTo>
                  <a:pt x="4290741" y="751286"/>
                </a:lnTo>
                <a:lnTo>
                  <a:pt x="4290741" y="4130271"/>
                </a:lnTo>
                <a:lnTo>
                  <a:pt x="604508" y="4130271"/>
                </a:lnTo>
                <a:lnTo>
                  <a:pt x="461940" y="3953232"/>
                </a:lnTo>
                <a:cubicBezTo>
                  <a:pt x="171051" y="3544183"/>
                  <a:pt x="0" y="3043971"/>
                  <a:pt x="0" y="2503809"/>
                </a:cubicBezTo>
                <a:cubicBezTo>
                  <a:pt x="0" y="1120992"/>
                  <a:pt x="1120992" y="0"/>
                  <a:pt x="2503809" y="0"/>
                </a:cubicBezTo>
                <a:close/>
              </a:path>
            </a:pathLst>
          </a:custGeom>
        </p:spPr>
      </p:pic>
      <p:sp>
        <p:nvSpPr>
          <p:cNvPr id="75" name="Arc 74">
            <a:extLst>
              <a:ext uri="{FF2B5EF4-FFF2-40B4-BE49-F238E27FC236}">
                <a16:creationId xmlns:a16="http://schemas.microsoft.com/office/drawing/2014/main" id="{70BEB1E7-2F88-40BC-B73D-42E5B6F80B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4759070" flipV="1">
            <a:off x="6034138" y="-673140"/>
            <a:ext cx="4021193" cy="4021193"/>
          </a:xfrm>
          <a:prstGeom prst="arc">
            <a:avLst>
              <a:gd name="adj1" fmla="val 16200000"/>
              <a:gd name="adj2" fmla="val 20093138"/>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pic>
        <p:nvPicPr>
          <p:cNvPr id="4098" name="Picture 2" descr="Look-see robot moving forward XII • Buyourobot">
            <a:extLst>
              <a:ext uri="{FF2B5EF4-FFF2-40B4-BE49-F238E27FC236}">
                <a16:creationId xmlns:a16="http://schemas.microsoft.com/office/drawing/2014/main" id="{C613869F-C0AE-6341-97B8-C101836F5E91}"/>
              </a:ext>
            </a:extLst>
          </p:cNvPr>
          <p:cNvPicPr>
            <a:picLocks noChangeAspect="1" noChangeArrowheads="1"/>
          </p:cNvPicPr>
          <p:nvPr/>
        </p:nvPicPr>
        <p:blipFill rotWithShape="1">
          <a:blip r:embed="rId4" cstate="screen">
            <a:extLst>
              <a:ext uri="{28A0092B-C50C-407E-A947-70E740481C1C}">
                <a14:useLocalDpi xmlns:a14="http://schemas.microsoft.com/office/drawing/2010/main"/>
              </a:ext>
            </a:extLst>
          </a:blip>
          <a:srcRect r="-3"/>
          <a:stretch/>
        </p:blipFill>
        <p:spPr bwMode="auto">
          <a:xfrm>
            <a:off x="6261607" y="1"/>
            <a:ext cx="3519312" cy="3007909"/>
          </a:xfrm>
          <a:custGeom>
            <a:avLst/>
            <a:gdLst/>
            <a:ahLst/>
            <a:cxnLst/>
            <a:rect l="l" t="t" r="r" b="b"/>
            <a:pathLst>
              <a:path w="3519312" h="3007909">
                <a:moveTo>
                  <a:pt x="519780" y="0"/>
                </a:moveTo>
                <a:lnTo>
                  <a:pt x="2999532" y="0"/>
                </a:lnTo>
                <a:lnTo>
                  <a:pt x="3003921" y="3989"/>
                </a:lnTo>
                <a:cubicBezTo>
                  <a:pt x="3322356" y="322424"/>
                  <a:pt x="3519312" y="762338"/>
                  <a:pt x="3519312" y="1248253"/>
                </a:cubicBezTo>
                <a:cubicBezTo>
                  <a:pt x="3519312" y="2220084"/>
                  <a:pt x="2731487" y="3007909"/>
                  <a:pt x="1759656" y="3007909"/>
                </a:cubicBezTo>
                <a:cubicBezTo>
                  <a:pt x="787826" y="3007909"/>
                  <a:pt x="0" y="2220084"/>
                  <a:pt x="0" y="1248253"/>
                </a:cubicBezTo>
                <a:cubicBezTo>
                  <a:pt x="0" y="762338"/>
                  <a:pt x="196957" y="322424"/>
                  <a:pt x="515392" y="3989"/>
                </a:cubicBez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260085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F6140855-D7F0-1D40-ABFF-30F8B787ABC9}"/>
              </a:ext>
            </a:extLst>
          </p:cNvPr>
          <p:cNvSpPr>
            <a:spLocks noGrp="1"/>
          </p:cNvSpPr>
          <p:nvPr>
            <p:ph type="title"/>
          </p:nvPr>
        </p:nvSpPr>
        <p:spPr>
          <a:xfrm>
            <a:off x="3767831" y="-2175766"/>
            <a:ext cx="3891793" cy="250593"/>
          </a:xfrm>
        </p:spPr>
        <p:txBody>
          <a:bodyPr>
            <a:normAutofit fontScale="90000"/>
          </a:bodyPr>
          <a:lstStyle/>
          <a:p>
            <a:pPr algn="ctr"/>
            <a:endParaRPr lang="he-IL" dirty="0"/>
          </a:p>
        </p:txBody>
      </p:sp>
      <p:sp>
        <p:nvSpPr>
          <p:cNvPr id="11" name="תיבת טקסט 10">
            <a:extLst>
              <a:ext uri="{FF2B5EF4-FFF2-40B4-BE49-F238E27FC236}">
                <a16:creationId xmlns:a16="http://schemas.microsoft.com/office/drawing/2014/main" id="{5141372C-2167-D94A-828D-9F0FAB7DB683}"/>
              </a:ext>
            </a:extLst>
          </p:cNvPr>
          <p:cNvSpPr txBox="1"/>
          <p:nvPr/>
        </p:nvSpPr>
        <p:spPr>
          <a:xfrm>
            <a:off x="3013229" y="5536139"/>
            <a:ext cx="1509204" cy="369332"/>
          </a:xfrm>
          <a:prstGeom prst="rect">
            <a:avLst/>
          </a:prstGeom>
          <a:noFill/>
        </p:spPr>
        <p:txBody>
          <a:bodyPr wrap="square" rtlCol="1">
            <a:spAutoFit/>
          </a:bodyPr>
          <a:lstStyle/>
          <a:p>
            <a:r>
              <a:rPr lang="en-US" dirty="0"/>
              <a:t>ROBOT</a:t>
            </a:r>
            <a:endParaRPr lang="he-IL" dirty="0"/>
          </a:p>
        </p:txBody>
      </p:sp>
      <p:sp>
        <p:nvSpPr>
          <p:cNvPr id="13" name="תיבת טקסט 12">
            <a:extLst>
              <a:ext uri="{FF2B5EF4-FFF2-40B4-BE49-F238E27FC236}">
                <a16:creationId xmlns:a16="http://schemas.microsoft.com/office/drawing/2014/main" id="{F80F0E3B-13EC-E64C-90F2-500300348561}"/>
              </a:ext>
            </a:extLst>
          </p:cNvPr>
          <p:cNvSpPr txBox="1"/>
          <p:nvPr/>
        </p:nvSpPr>
        <p:spPr>
          <a:xfrm>
            <a:off x="6484815" y="5536139"/>
            <a:ext cx="1136340" cy="369332"/>
          </a:xfrm>
          <a:prstGeom prst="rect">
            <a:avLst/>
          </a:prstGeom>
          <a:noFill/>
        </p:spPr>
        <p:txBody>
          <a:bodyPr wrap="square" rtlCol="1">
            <a:spAutoFit/>
          </a:bodyPr>
          <a:lstStyle/>
          <a:p>
            <a:r>
              <a:rPr lang="en-US" dirty="0"/>
              <a:t>Operating</a:t>
            </a:r>
            <a:endParaRPr lang="he-IL" dirty="0"/>
          </a:p>
        </p:txBody>
      </p:sp>
      <p:sp>
        <p:nvSpPr>
          <p:cNvPr id="14" name="תיבת טקסט 13">
            <a:extLst>
              <a:ext uri="{FF2B5EF4-FFF2-40B4-BE49-F238E27FC236}">
                <a16:creationId xmlns:a16="http://schemas.microsoft.com/office/drawing/2014/main" id="{60C70635-5EE5-BF4A-915D-62D2C0B14AD1}"/>
              </a:ext>
            </a:extLst>
          </p:cNvPr>
          <p:cNvSpPr txBox="1"/>
          <p:nvPr/>
        </p:nvSpPr>
        <p:spPr>
          <a:xfrm>
            <a:off x="9412059" y="5536139"/>
            <a:ext cx="1380478" cy="369332"/>
          </a:xfrm>
          <a:prstGeom prst="rect">
            <a:avLst/>
          </a:prstGeom>
          <a:noFill/>
        </p:spPr>
        <p:txBody>
          <a:bodyPr wrap="square" rtlCol="1">
            <a:spAutoFit/>
          </a:bodyPr>
          <a:lstStyle/>
          <a:p>
            <a:pPr marL="0" algn="l" defTabSz="914400" rtl="0" eaLnBrk="1" latinLnBrk="0" hangingPunct="1"/>
            <a:r>
              <a:rPr lang="en-US" dirty="0"/>
              <a:t>SYSTEM</a:t>
            </a:r>
            <a:endParaRPr lang="he-IL" dirty="0"/>
          </a:p>
        </p:txBody>
      </p:sp>
      <p:pic>
        <p:nvPicPr>
          <p:cNvPr id="6146" name="Picture 2" descr="ROS publisher queue, subscriber queue, callback queue and spinner threads  tutorial | Level Up Coding">
            <a:extLst>
              <a:ext uri="{FF2B5EF4-FFF2-40B4-BE49-F238E27FC236}">
                <a16:creationId xmlns:a16="http://schemas.microsoft.com/office/drawing/2014/main" id="{6204EBE2-0525-774E-84DC-2326174D86C1}"/>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2089701" y="545068"/>
            <a:ext cx="8012597" cy="2133355"/>
          </a:xfrm>
          <a:prstGeom prst="rect">
            <a:avLst/>
          </a:prstGeom>
          <a:noFill/>
          <a:extLst>
            <a:ext uri="{909E8E84-426E-40DD-AFC4-6F175D3DCCD1}">
              <a14:hiddenFill xmlns:a14="http://schemas.microsoft.com/office/drawing/2010/main">
                <a:solidFill>
                  <a:srgbClr val="FFFFFF"/>
                </a:solidFill>
              </a14:hiddenFill>
            </a:ext>
          </a:extLst>
        </p:spPr>
      </p:pic>
      <p:cxnSp>
        <p:nvCxnSpPr>
          <p:cNvPr id="22" name="מחבר חץ ישר 21">
            <a:extLst>
              <a:ext uri="{FF2B5EF4-FFF2-40B4-BE49-F238E27FC236}">
                <a16:creationId xmlns:a16="http://schemas.microsoft.com/office/drawing/2014/main" id="{EE45F638-9854-7F49-A76D-7CE006DFF910}"/>
              </a:ext>
            </a:extLst>
          </p:cNvPr>
          <p:cNvCxnSpPr>
            <a:cxnSpLocks/>
          </p:cNvCxnSpPr>
          <p:nvPr/>
        </p:nvCxnSpPr>
        <p:spPr>
          <a:xfrm flipH="1">
            <a:off x="4117020" y="2972214"/>
            <a:ext cx="907741" cy="241472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מחבר חץ ישר 23">
            <a:extLst>
              <a:ext uri="{FF2B5EF4-FFF2-40B4-BE49-F238E27FC236}">
                <a16:creationId xmlns:a16="http://schemas.microsoft.com/office/drawing/2014/main" id="{16FAAF1A-DBC5-C94E-8204-1E7D8AFC3ED6}"/>
              </a:ext>
            </a:extLst>
          </p:cNvPr>
          <p:cNvCxnSpPr/>
          <p:nvPr/>
        </p:nvCxnSpPr>
        <p:spPr>
          <a:xfrm flipH="1">
            <a:off x="7063667" y="2972214"/>
            <a:ext cx="366943" cy="241472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מחבר חץ ישר 25">
            <a:extLst>
              <a:ext uri="{FF2B5EF4-FFF2-40B4-BE49-F238E27FC236}">
                <a16:creationId xmlns:a16="http://schemas.microsoft.com/office/drawing/2014/main" id="{4590459E-8E2A-3249-8C3A-E4441E4DE950}"/>
              </a:ext>
            </a:extLst>
          </p:cNvPr>
          <p:cNvCxnSpPr>
            <a:cxnSpLocks/>
          </p:cNvCxnSpPr>
          <p:nvPr/>
        </p:nvCxnSpPr>
        <p:spPr>
          <a:xfrm>
            <a:off x="9277165" y="2805344"/>
            <a:ext cx="408373" cy="242360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364873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FA67CD3-AB4E-4A7A-BEB8-53C445D8C4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3726"/>
            <a:ext cx="5614875" cy="6858000"/>
          </a:xfrm>
          <a:prstGeom prst="rect">
            <a:avLst/>
          </a:prstGeom>
          <a:gradFill>
            <a:gsLst>
              <a:gs pos="0">
                <a:schemeClr val="accent1">
                  <a:lumMod val="100000"/>
                  <a:alpha val="82000"/>
                </a:schemeClr>
              </a:gs>
              <a:gs pos="25000">
                <a:schemeClr val="accent1">
                  <a:alpha val="60000"/>
                </a:schemeClr>
              </a:gs>
              <a:gs pos="94000">
                <a:schemeClr val="bg2">
                  <a:lumMod val="75000"/>
                </a:schemeClr>
              </a:gs>
              <a:gs pos="100000">
                <a:schemeClr val="bg2">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07CF545F-9C2E-4446-97CD-AD92990C2B6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 name="כותרת 1">
            <a:extLst>
              <a:ext uri="{FF2B5EF4-FFF2-40B4-BE49-F238E27FC236}">
                <a16:creationId xmlns:a16="http://schemas.microsoft.com/office/drawing/2014/main" id="{76927C65-7330-C54C-884F-71D030D715CE}"/>
              </a:ext>
            </a:extLst>
          </p:cNvPr>
          <p:cNvSpPr>
            <a:spLocks noGrp="1"/>
          </p:cNvSpPr>
          <p:nvPr>
            <p:ph type="title"/>
          </p:nvPr>
        </p:nvSpPr>
        <p:spPr>
          <a:xfrm>
            <a:off x="6094105" y="802955"/>
            <a:ext cx="4977976" cy="1454051"/>
          </a:xfrm>
        </p:spPr>
        <p:txBody>
          <a:bodyPr>
            <a:normAutofit/>
          </a:bodyPr>
          <a:lstStyle/>
          <a:p>
            <a:pPr defTabSz="914400" rtl="1" eaLnBrk="1" latinLnBrk="0" hangingPunct="1">
              <a:spcBef>
                <a:spcPct val="0"/>
              </a:spcBef>
              <a:buNone/>
            </a:pPr>
            <a:endParaRPr lang="he-IL">
              <a:solidFill>
                <a:srgbClr val="000000"/>
              </a:solidFill>
            </a:endParaRPr>
          </a:p>
        </p:txBody>
      </p:sp>
      <p:sp>
        <p:nvSpPr>
          <p:cNvPr id="14" name="Freeform 62">
            <a:extLst>
              <a:ext uri="{FF2B5EF4-FFF2-40B4-BE49-F238E27FC236}">
                <a16:creationId xmlns:a16="http://schemas.microsoft.com/office/drawing/2014/main" id="{339C8D78-A644-462F-B674-F440635E53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38619"/>
            <a:ext cx="5000438" cy="5400962"/>
          </a:xfrm>
          <a:custGeom>
            <a:avLst/>
            <a:gdLst>
              <a:gd name="connsiteX0" fmla="*/ 2299956 w 5000438"/>
              <a:gd name="connsiteY0" fmla="*/ 0 h 5400962"/>
              <a:gd name="connsiteX1" fmla="*/ 5000438 w 5000438"/>
              <a:gd name="connsiteY1" fmla="*/ 2700481 h 5400962"/>
              <a:gd name="connsiteX2" fmla="*/ 2299956 w 5000438"/>
              <a:gd name="connsiteY2" fmla="*/ 5400962 h 5400962"/>
              <a:gd name="connsiteX3" fmla="*/ 60675 w 5000438"/>
              <a:gd name="connsiteY3" fmla="*/ 4210346 h 5400962"/>
              <a:gd name="connsiteX4" fmla="*/ 0 w 5000438"/>
              <a:gd name="connsiteY4" fmla="*/ 4110472 h 5400962"/>
              <a:gd name="connsiteX5" fmla="*/ 0 w 5000438"/>
              <a:gd name="connsiteY5" fmla="*/ 1290491 h 5400962"/>
              <a:gd name="connsiteX6" fmla="*/ 60675 w 5000438"/>
              <a:gd name="connsiteY6" fmla="*/ 1190617 h 5400962"/>
              <a:gd name="connsiteX7" fmla="*/ 2299956 w 5000438"/>
              <a:gd name="connsiteY7" fmla="*/ 0 h 5400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000438" h="5400962">
                <a:moveTo>
                  <a:pt x="2299956" y="0"/>
                </a:moveTo>
                <a:cubicBezTo>
                  <a:pt x="3791390" y="0"/>
                  <a:pt x="5000438" y="1209047"/>
                  <a:pt x="5000438" y="2700481"/>
                </a:cubicBezTo>
                <a:cubicBezTo>
                  <a:pt x="5000438" y="4191915"/>
                  <a:pt x="3791390" y="5400962"/>
                  <a:pt x="2299956" y="5400962"/>
                </a:cubicBezTo>
                <a:cubicBezTo>
                  <a:pt x="1367810" y="5400962"/>
                  <a:pt x="545971" y="4928678"/>
                  <a:pt x="60675" y="4210346"/>
                </a:cubicBezTo>
                <a:lnTo>
                  <a:pt x="0" y="4110472"/>
                </a:lnTo>
                <a:lnTo>
                  <a:pt x="0" y="1290491"/>
                </a:lnTo>
                <a:lnTo>
                  <a:pt x="60675" y="1190617"/>
                </a:lnTo>
                <a:cubicBezTo>
                  <a:pt x="545971" y="472284"/>
                  <a:pt x="1367810" y="0"/>
                  <a:pt x="2299956" y="0"/>
                </a:cubicBezTo>
                <a:close/>
              </a:path>
            </a:pathLst>
          </a:custGeom>
          <a:solidFill>
            <a:srgbClr val="FFFFFF"/>
          </a:solidFill>
          <a:ln>
            <a:gradFill>
              <a:gsLst>
                <a:gs pos="0">
                  <a:schemeClr val="accent1">
                    <a:lumMod val="40000"/>
                    <a:lumOff val="60000"/>
                  </a:schemeClr>
                </a:gs>
                <a:gs pos="23000">
                  <a:schemeClr val="accent1">
                    <a:lumMod val="45000"/>
                    <a:lumOff val="55000"/>
                  </a:schemeClr>
                </a:gs>
                <a:gs pos="83000">
                  <a:schemeClr val="bg2">
                    <a:lumMod val="85000"/>
                  </a:schemeClr>
                </a:gs>
                <a:gs pos="100000">
                  <a:schemeClr val="bg2">
                    <a:lumMod val="85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7" name="Graphic 6" descr="User Network">
            <a:extLst>
              <a:ext uri="{FF2B5EF4-FFF2-40B4-BE49-F238E27FC236}">
                <a16:creationId xmlns:a16="http://schemas.microsoft.com/office/drawing/2014/main" id="{015F0953-AA0D-40D8-B64D-E0B5C7FDAB22}"/>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450254" y="1629089"/>
            <a:ext cx="3620021" cy="3620021"/>
          </a:xfrm>
          <a:prstGeom prst="rect">
            <a:avLst/>
          </a:prstGeom>
        </p:spPr>
      </p:pic>
      <p:sp>
        <p:nvSpPr>
          <p:cNvPr id="3" name="מציין מיקום תוכן 2">
            <a:extLst>
              <a:ext uri="{FF2B5EF4-FFF2-40B4-BE49-F238E27FC236}">
                <a16:creationId xmlns:a16="http://schemas.microsoft.com/office/drawing/2014/main" id="{A2769801-74A2-8146-A60E-7D22C8402A5F}"/>
              </a:ext>
            </a:extLst>
          </p:cNvPr>
          <p:cNvSpPr>
            <a:spLocks noGrp="1"/>
          </p:cNvSpPr>
          <p:nvPr>
            <p:ph idx="1"/>
          </p:nvPr>
        </p:nvSpPr>
        <p:spPr>
          <a:xfrm>
            <a:off x="6090574" y="2421682"/>
            <a:ext cx="4977578" cy="3639289"/>
          </a:xfrm>
        </p:spPr>
        <p:txBody>
          <a:bodyPr anchor="ctr">
            <a:normAutofit/>
          </a:bodyPr>
          <a:lstStyle/>
          <a:p>
            <a:pPr marL="0" indent="0">
              <a:buNone/>
            </a:pPr>
            <a:r>
              <a:rPr lang="he-IL" sz="2000">
                <a:solidFill>
                  <a:srgbClr val="000000"/>
                </a:solidFill>
              </a:rPr>
              <a:t>שני סוגי שחקנים – (</a:t>
            </a:r>
            <a:r>
              <a:rPr lang="en-US" sz="2000">
                <a:solidFill>
                  <a:srgbClr val="000000"/>
                </a:solidFill>
              </a:rPr>
              <a:t>nodes</a:t>
            </a:r>
            <a:r>
              <a:rPr lang="he-IL" sz="2000">
                <a:solidFill>
                  <a:srgbClr val="000000"/>
                </a:solidFill>
              </a:rPr>
              <a:t>)</a:t>
            </a:r>
          </a:p>
          <a:p>
            <a:pPr marL="0" indent="0">
              <a:buNone/>
            </a:pPr>
            <a:endParaRPr lang="he-IL" sz="2000">
              <a:solidFill>
                <a:srgbClr val="000000"/>
              </a:solidFill>
            </a:endParaRPr>
          </a:p>
          <a:p>
            <a:r>
              <a:rPr lang="he-IL" sz="2000">
                <a:solidFill>
                  <a:srgbClr val="000000"/>
                </a:solidFill>
              </a:rPr>
              <a:t>שולח ההודעה – </a:t>
            </a:r>
            <a:r>
              <a:rPr lang="en-US" sz="2000">
                <a:solidFill>
                  <a:srgbClr val="000000"/>
                </a:solidFill>
              </a:rPr>
              <a:t>publisher </a:t>
            </a:r>
          </a:p>
          <a:p>
            <a:r>
              <a:rPr lang="he-IL" sz="2000">
                <a:solidFill>
                  <a:srgbClr val="000000"/>
                </a:solidFill>
              </a:rPr>
              <a:t>מקבל ההודעה – </a:t>
            </a:r>
            <a:r>
              <a:rPr lang="en-US" sz="2000">
                <a:solidFill>
                  <a:srgbClr val="000000"/>
                </a:solidFill>
              </a:rPr>
              <a:t>subscriber</a:t>
            </a:r>
          </a:p>
          <a:p>
            <a:pPr marL="0" indent="0">
              <a:buNone/>
            </a:pPr>
            <a:endParaRPr lang="he-IL" sz="2000">
              <a:solidFill>
                <a:srgbClr val="000000"/>
              </a:solidFill>
            </a:endParaRPr>
          </a:p>
          <a:p>
            <a:pPr marL="0" indent="0">
              <a:buNone/>
            </a:pPr>
            <a:r>
              <a:rPr lang="he-IL" sz="2000">
                <a:solidFill>
                  <a:srgbClr val="000000"/>
                </a:solidFill>
              </a:rPr>
              <a:t>ההודעות נשלחות ל</a:t>
            </a:r>
            <a:r>
              <a:rPr lang="en-US" sz="2000">
                <a:solidFill>
                  <a:srgbClr val="000000"/>
                </a:solidFill>
              </a:rPr>
              <a:t>topics</a:t>
            </a:r>
            <a:r>
              <a:rPr lang="he-IL" sz="2000">
                <a:solidFill>
                  <a:srgbClr val="000000"/>
                </a:solidFill>
              </a:rPr>
              <a:t> שונים שנוצרים על ידי המתכנת או שמתקבלים מראש  </a:t>
            </a:r>
          </a:p>
        </p:txBody>
      </p:sp>
    </p:spTree>
    <p:extLst>
      <p:ext uri="{BB962C8B-B14F-4D97-AF65-F5344CB8AC3E}">
        <p14:creationId xmlns:p14="http://schemas.microsoft.com/office/powerpoint/2010/main" val="18265250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תמונה 3">
            <a:extLst>
              <a:ext uri="{FF2B5EF4-FFF2-40B4-BE49-F238E27FC236}">
                <a16:creationId xmlns:a16="http://schemas.microsoft.com/office/drawing/2014/main" id="{212AA0A6-CFDF-1C4A-A89C-DBDBD30885E3}"/>
              </a:ext>
            </a:extLst>
          </p:cNvPr>
          <p:cNvPicPr>
            <a:picLocks noChangeAspect="1"/>
          </p:cNvPicPr>
          <p:nvPr/>
        </p:nvPicPr>
        <p:blipFill>
          <a:blip r:embed="rId2"/>
          <a:stretch>
            <a:fillRect/>
          </a:stretch>
        </p:blipFill>
        <p:spPr>
          <a:xfrm>
            <a:off x="366675" y="1546578"/>
            <a:ext cx="11458649" cy="3936383"/>
          </a:xfrm>
          <a:prstGeom prst="rect">
            <a:avLst/>
          </a:prstGeom>
        </p:spPr>
      </p:pic>
    </p:spTree>
    <p:extLst>
      <p:ext uri="{BB962C8B-B14F-4D97-AF65-F5344CB8AC3E}">
        <p14:creationId xmlns:p14="http://schemas.microsoft.com/office/powerpoint/2010/main" val="6780811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9A297797-5C89-4791-8204-AB071FA1FB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כותרת 1">
            <a:extLst>
              <a:ext uri="{FF2B5EF4-FFF2-40B4-BE49-F238E27FC236}">
                <a16:creationId xmlns:a16="http://schemas.microsoft.com/office/drawing/2014/main" id="{A7A4C4E2-8B0E-0E45-BD82-D4642DB69D0F}"/>
              </a:ext>
            </a:extLst>
          </p:cNvPr>
          <p:cNvSpPr>
            <a:spLocks noGrp="1"/>
          </p:cNvSpPr>
          <p:nvPr>
            <p:ph type="title"/>
          </p:nvPr>
        </p:nvSpPr>
        <p:spPr>
          <a:xfrm>
            <a:off x="643468" y="643467"/>
            <a:ext cx="4804064" cy="5571065"/>
          </a:xfrm>
        </p:spPr>
        <p:txBody>
          <a:bodyPr>
            <a:normAutofit/>
          </a:bodyPr>
          <a:lstStyle/>
          <a:p>
            <a:r>
              <a:rPr lang="he-IL" sz="3600"/>
              <a:t>יתרונות של עבודה עם </a:t>
            </a:r>
            <a:r>
              <a:rPr lang="en-US" sz="3600"/>
              <a:t>ROS</a:t>
            </a:r>
            <a:endParaRPr lang="he-IL" sz="3600"/>
          </a:p>
        </p:txBody>
      </p:sp>
      <p:sp>
        <p:nvSpPr>
          <p:cNvPr id="11" name="Freeform: Shape 10">
            <a:extLst>
              <a:ext uri="{FF2B5EF4-FFF2-40B4-BE49-F238E27FC236}">
                <a16:creationId xmlns:a16="http://schemas.microsoft.com/office/drawing/2014/main" id="{569BBA9B-8F4E-4D2B-BEFA-41A4754433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415188" y="-231223"/>
            <a:ext cx="1409491" cy="1876653"/>
          </a:xfrm>
          <a:custGeom>
            <a:avLst/>
            <a:gdLst>
              <a:gd name="connsiteX0" fmla="*/ 0 w 1409491"/>
              <a:gd name="connsiteY0" fmla="*/ 643075 h 1876653"/>
              <a:gd name="connsiteX1" fmla="*/ 643075 w 1409491"/>
              <a:gd name="connsiteY1" fmla="*/ 0 h 1876653"/>
              <a:gd name="connsiteX2" fmla="*/ 1409491 w 1409491"/>
              <a:gd name="connsiteY2" fmla="*/ 0 h 1876653"/>
              <a:gd name="connsiteX3" fmla="*/ 1409491 w 1409491"/>
              <a:gd name="connsiteY3" fmla="*/ 1876653 h 1876653"/>
              <a:gd name="connsiteX4" fmla="*/ 1233578 w 1409491"/>
              <a:gd name="connsiteY4" fmla="*/ 1876653 h 18766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491" h="1876653">
                <a:moveTo>
                  <a:pt x="0" y="643075"/>
                </a:moveTo>
                <a:lnTo>
                  <a:pt x="643075" y="0"/>
                </a:lnTo>
                <a:lnTo>
                  <a:pt x="1409491" y="0"/>
                </a:lnTo>
                <a:lnTo>
                  <a:pt x="1409491" y="1876653"/>
                </a:lnTo>
                <a:lnTo>
                  <a:pt x="1233578" y="1876653"/>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51012D1-8033-40B1-9EC0-91390FFC74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301285" y="1282788"/>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2E80C965-DB6D-4F81-9E9E-B027384D0B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8809436" y="6033666"/>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Isosceles Triangle 16">
            <a:extLst>
              <a:ext uri="{FF2B5EF4-FFF2-40B4-BE49-F238E27FC236}">
                <a16:creationId xmlns:a16="http://schemas.microsoft.com/office/drawing/2014/main" id="{D291F021-C45C-4D44-A2B8-A789E386CC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3444" y="5721108"/>
            <a:ext cx="2261965" cy="1136891"/>
          </a:xfrm>
          <a:prstGeom prst="triangle">
            <a:avLst>
              <a:gd name="adj" fmla="val 5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מציין מיקום תוכן 2">
            <a:extLst>
              <a:ext uri="{FF2B5EF4-FFF2-40B4-BE49-F238E27FC236}">
                <a16:creationId xmlns:a16="http://schemas.microsoft.com/office/drawing/2014/main" id="{663D37A1-19DD-495B-997A-535637D49BBB}"/>
              </a:ext>
            </a:extLst>
          </p:cNvPr>
          <p:cNvGraphicFramePr>
            <a:graphicFrameLocks noGrp="1"/>
          </p:cNvGraphicFramePr>
          <p:nvPr>
            <p:ph idx="1"/>
            <p:extLst>
              <p:ext uri="{D42A27DB-BD31-4B8C-83A1-F6EECF244321}">
                <p14:modId xmlns:p14="http://schemas.microsoft.com/office/powerpoint/2010/main" val="4246173347"/>
              </p:ext>
            </p:extLst>
          </p:nvPr>
        </p:nvGraphicFramePr>
        <p:xfrm>
          <a:off x="6091238" y="642938"/>
          <a:ext cx="5457825" cy="557212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3087288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כותרת 1">
            <a:extLst>
              <a:ext uri="{FF2B5EF4-FFF2-40B4-BE49-F238E27FC236}">
                <a16:creationId xmlns:a16="http://schemas.microsoft.com/office/drawing/2014/main" id="{D149C113-79FB-3944-9CAE-1678D75A9D61}"/>
              </a:ext>
            </a:extLst>
          </p:cNvPr>
          <p:cNvSpPr>
            <a:spLocks noGrp="1"/>
          </p:cNvSpPr>
          <p:nvPr>
            <p:ph type="title"/>
          </p:nvPr>
        </p:nvSpPr>
        <p:spPr>
          <a:xfrm>
            <a:off x="686834" y="1153572"/>
            <a:ext cx="3200400" cy="4461163"/>
          </a:xfrm>
        </p:spPr>
        <p:txBody>
          <a:bodyPr>
            <a:normAutofit/>
          </a:bodyPr>
          <a:lstStyle/>
          <a:p>
            <a:r>
              <a:rPr lang="he-IL">
                <a:solidFill>
                  <a:srgbClr val="FFFFFF"/>
                </a:solidFill>
              </a:rPr>
              <a:t>עוד יתרונות של </a:t>
            </a:r>
            <a:r>
              <a:rPr lang="en-US">
                <a:solidFill>
                  <a:srgbClr val="FFFFFF"/>
                </a:solidFill>
              </a:rPr>
              <a:t>ROS</a:t>
            </a:r>
            <a:endParaRPr lang="he-IL">
              <a:solidFill>
                <a:srgbClr val="FFFFFF"/>
              </a:solidFill>
            </a:endParaRP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מציין מיקום תוכן 2">
            <a:extLst>
              <a:ext uri="{FF2B5EF4-FFF2-40B4-BE49-F238E27FC236}">
                <a16:creationId xmlns:a16="http://schemas.microsoft.com/office/drawing/2014/main" id="{76F7DF93-949A-9A4C-B178-CD6663E3D7EB}"/>
              </a:ext>
            </a:extLst>
          </p:cNvPr>
          <p:cNvSpPr>
            <a:spLocks noGrp="1"/>
          </p:cNvSpPr>
          <p:nvPr>
            <p:ph idx="1"/>
          </p:nvPr>
        </p:nvSpPr>
        <p:spPr>
          <a:xfrm>
            <a:off x="4447308" y="591344"/>
            <a:ext cx="6906491" cy="5585619"/>
          </a:xfrm>
        </p:spPr>
        <p:txBody>
          <a:bodyPr anchor="ctr">
            <a:normAutofit/>
          </a:bodyPr>
          <a:lstStyle/>
          <a:p>
            <a:pPr marL="228600" indent="-228600" defTabSz="914400" eaLnBrk="1" latinLnBrk="0" hangingPunct="1">
              <a:spcBef>
                <a:spcPts val="1000"/>
              </a:spcBef>
              <a:buFont typeface="Arial" panose="020B0604020202020204" pitchFamily="34" charset="0"/>
              <a:buChar char="•"/>
            </a:pPr>
            <a:r>
              <a:rPr lang="he-IL" sz="2600"/>
              <a:t>יכולת שליטה במספר רובוטים בתוכנית אחת</a:t>
            </a:r>
          </a:p>
          <a:p>
            <a:pPr marL="228600" indent="-228600" defTabSz="914400" eaLnBrk="1" latinLnBrk="0" hangingPunct="1">
              <a:spcBef>
                <a:spcPts val="1000"/>
              </a:spcBef>
              <a:buFont typeface="Arial" panose="020B0604020202020204" pitchFamily="34" charset="0"/>
              <a:buChar char="•"/>
            </a:pPr>
            <a:endParaRPr lang="he-IL" sz="2600"/>
          </a:p>
          <a:p>
            <a:r>
              <a:rPr lang="he-IL" sz="2600"/>
              <a:t>כלים לביצוע סימולציות ואבסטרקציה לרובוטים</a:t>
            </a:r>
          </a:p>
          <a:p>
            <a:endParaRPr lang="he-IL" sz="2600"/>
          </a:p>
          <a:p>
            <a:r>
              <a:rPr lang="he-IL" sz="2600"/>
              <a:t>לא דורשת כוח עיבוד רב ותומכת בלינוקס</a:t>
            </a:r>
          </a:p>
          <a:p>
            <a:pPr marL="0" indent="0">
              <a:buNone/>
            </a:pPr>
            <a:r>
              <a:rPr lang="he-IL" sz="2600"/>
              <a:t> </a:t>
            </a:r>
          </a:p>
          <a:p>
            <a:r>
              <a:rPr lang="he-IL" sz="2600"/>
              <a:t>לא דורשת יכולת אחסון רחבה  </a:t>
            </a:r>
          </a:p>
          <a:p>
            <a:pPr marL="228600" indent="-228600" defTabSz="914400" eaLnBrk="1" latinLnBrk="0" hangingPunct="1">
              <a:spcBef>
                <a:spcPts val="1000"/>
              </a:spcBef>
              <a:buFont typeface="Arial" panose="020B0604020202020204" pitchFamily="34" charset="0"/>
              <a:buChar char="•"/>
            </a:pPr>
            <a:endParaRPr lang="he-IL" sz="2600"/>
          </a:p>
          <a:p>
            <a:pPr marL="228600" indent="-228600" defTabSz="914400" eaLnBrk="1" latinLnBrk="0" hangingPunct="1">
              <a:spcBef>
                <a:spcPts val="1000"/>
              </a:spcBef>
              <a:buFont typeface="Arial" panose="020B0604020202020204" pitchFamily="34" charset="0"/>
              <a:buChar char="•"/>
            </a:pPr>
            <a:r>
              <a:rPr lang="en-US" sz="2600"/>
              <a:t>open source</a:t>
            </a:r>
            <a:endParaRPr lang="he-IL" sz="2600"/>
          </a:p>
          <a:p>
            <a:pPr marL="228600" indent="-228600" defTabSz="914400" eaLnBrk="1" latinLnBrk="0" hangingPunct="1">
              <a:spcBef>
                <a:spcPts val="1000"/>
              </a:spcBef>
              <a:buFont typeface="Arial" panose="020B0604020202020204" pitchFamily="34" charset="0"/>
              <a:buChar char="•"/>
            </a:pPr>
            <a:endParaRPr lang="en-US" sz="2600"/>
          </a:p>
          <a:p>
            <a:r>
              <a:rPr lang="he-IL" sz="2600"/>
              <a:t>שימוש נרחב בתעשייה </a:t>
            </a:r>
          </a:p>
        </p:txBody>
      </p:sp>
    </p:spTree>
    <p:extLst>
      <p:ext uri="{BB962C8B-B14F-4D97-AF65-F5344CB8AC3E}">
        <p14:creationId xmlns:p14="http://schemas.microsoft.com/office/powerpoint/2010/main" val="24204792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מציין מיקום תוכן 3" descr="תמונה שמכילה דשא, חוץ, כביש, שלט&#10;&#10;התיאור נוצר באופן אוטומטי">
            <a:extLst>
              <a:ext uri="{FF2B5EF4-FFF2-40B4-BE49-F238E27FC236}">
                <a16:creationId xmlns:a16="http://schemas.microsoft.com/office/drawing/2014/main" id="{C9DBEED4-5057-554E-B60E-132B4AE63620}"/>
              </a:ext>
            </a:extLst>
          </p:cNvPr>
          <p:cNvPicPr>
            <a:picLocks noGrp="1" noChangeAspect="1"/>
          </p:cNvPicPr>
          <p:nvPr>
            <p:ph idx="1"/>
          </p:nvPr>
        </p:nvPicPr>
        <p:blipFill rotWithShape="1">
          <a:blip r:embed="rId2" cstate="screen">
            <a:extLst>
              <a:ext uri="{28A0092B-C50C-407E-A947-70E740481C1C}">
                <a14:useLocalDpi xmlns:a14="http://schemas.microsoft.com/office/drawing/2010/main"/>
              </a:ext>
            </a:extLst>
          </a:blip>
          <a:srcRect b="-1"/>
          <a:stretch/>
        </p:blipFill>
        <p:spPr>
          <a:xfrm>
            <a:off x="20" y="10"/>
            <a:ext cx="12191980" cy="6857990"/>
          </a:xfrm>
          <a:prstGeom prst="rect">
            <a:avLst/>
          </a:prstGeom>
        </p:spPr>
      </p:pic>
      <p:sp>
        <p:nvSpPr>
          <p:cNvPr id="9" name="Rectangle 8">
            <a:extLst>
              <a:ext uri="{FF2B5EF4-FFF2-40B4-BE49-F238E27FC236}">
                <a16:creationId xmlns:a16="http://schemas.microsoft.com/office/drawing/2014/main" id="{37C89E4B-3C9F-44B9-8B86-D9E3D112D8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320142"/>
            <a:ext cx="12192000" cy="736551"/>
          </a:xfrm>
          <a:prstGeom prst="rect">
            <a:avLst/>
          </a:prstGeom>
          <a:solidFill>
            <a:schemeClr val="bg1">
              <a:alpha val="9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כותרת 1">
            <a:extLst>
              <a:ext uri="{FF2B5EF4-FFF2-40B4-BE49-F238E27FC236}">
                <a16:creationId xmlns:a16="http://schemas.microsoft.com/office/drawing/2014/main" id="{C9FEA751-F87C-514E-B5EE-7A25CC85BBBE}"/>
              </a:ext>
            </a:extLst>
          </p:cNvPr>
          <p:cNvSpPr>
            <a:spLocks noGrp="1"/>
          </p:cNvSpPr>
          <p:nvPr>
            <p:ph type="title"/>
          </p:nvPr>
        </p:nvSpPr>
        <p:spPr>
          <a:xfrm>
            <a:off x="523875" y="5317240"/>
            <a:ext cx="11210925" cy="744836"/>
          </a:xfrm>
        </p:spPr>
        <p:txBody>
          <a:bodyPr vert="horz" lIns="91440" tIns="45720" rIns="91440" bIns="45720" rtlCol="0" anchor="ctr">
            <a:normAutofit/>
          </a:bodyPr>
          <a:lstStyle/>
          <a:p>
            <a:pPr algn="ctr" rtl="0"/>
            <a:r>
              <a:rPr lang="en-US" sz="3600">
                <a:solidFill>
                  <a:schemeClr val="tx1">
                    <a:lumMod val="85000"/>
                    <a:lumOff val="15000"/>
                  </a:schemeClr>
                </a:solidFill>
              </a:rPr>
              <a:t>APRIL TAG</a:t>
            </a:r>
          </a:p>
        </p:txBody>
      </p:sp>
      <p:cxnSp>
        <p:nvCxnSpPr>
          <p:cNvPr id="11" name="Straight Connector 10">
            <a:extLst>
              <a:ext uri="{FF2B5EF4-FFF2-40B4-BE49-F238E27FC236}">
                <a16:creationId xmlns:a16="http://schemas.microsoft.com/office/drawing/2014/main" id="{AA2EAA10-076F-46BD-8F0F-B9A2FB77A85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5241983"/>
            <a:ext cx="12192000" cy="0"/>
          </a:xfrm>
          <a:prstGeom prst="line">
            <a:avLst/>
          </a:prstGeom>
          <a:ln w="41275">
            <a:solidFill>
              <a:schemeClr val="bg1">
                <a:alpha val="90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D891E407-403B-4764-86C9-33A56D3BCAA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34852"/>
            <a:ext cx="12192000" cy="0"/>
          </a:xfrm>
          <a:prstGeom prst="line">
            <a:avLst/>
          </a:prstGeom>
          <a:ln w="41275">
            <a:solidFill>
              <a:schemeClr val="bg1">
                <a:alpha val="9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847871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3" name="Rectangle 72">
            <a:extLst>
              <a:ext uri="{FF2B5EF4-FFF2-40B4-BE49-F238E27FC236}">
                <a16:creationId xmlns:a16="http://schemas.microsoft.com/office/drawing/2014/main" id="{A81E7530-396C-45F0-92F4-A885648D16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196" name="Picture 4" descr="AprilTag integration – ViSP">
            <a:extLst>
              <a:ext uri="{FF2B5EF4-FFF2-40B4-BE49-F238E27FC236}">
                <a16:creationId xmlns:a16="http://schemas.microsoft.com/office/drawing/2014/main" id="{9FE190B4-364F-5B4F-A298-56B23CC9494D}"/>
              </a:ext>
            </a:extLst>
          </p:cNvPr>
          <p:cNvPicPr>
            <a:picLocks noChangeAspect="1" noChangeArrowheads="1"/>
          </p:cNvPicPr>
          <p:nvPr/>
        </p:nvPicPr>
        <p:blipFill rotWithShape="1">
          <a:blip r:embed="rId3" cstate="screen">
            <a:extLst>
              <a:ext uri="{28A0092B-C50C-407E-A947-70E740481C1C}">
                <a14:useLocalDpi xmlns:a14="http://schemas.microsoft.com/office/drawing/2010/main"/>
              </a:ext>
            </a:extLst>
          </a:blip>
          <a:srcRect/>
          <a:stretch/>
        </p:blipFill>
        <p:spPr bwMode="auto">
          <a:xfrm>
            <a:off x="606971" y="1"/>
            <a:ext cx="11588329" cy="6857999"/>
          </a:xfrm>
          <a:prstGeom prst="rect">
            <a:avLst/>
          </a:prstGeom>
          <a:noFill/>
          <a:extLst>
            <a:ext uri="{909E8E84-426E-40DD-AFC4-6F175D3DCCD1}">
              <a14:hiddenFill xmlns:a14="http://schemas.microsoft.com/office/drawing/2010/main">
                <a:solidFill>
                  <a:srgbClr val="FFFFFF"/>
                </a:solidFill>
              </a14:hiddenFill>
            </a:ext>
          </a:extLst>
        </p:spPr>
      </p:pic>
      <p:sp>
        <p:nvSpPr>
          <p:cNvPr id="75" name="Rectangle 74">
            <a:extLst>
              <a:ext uri="{FF2B5EF4-FFF2-40B4-BE49-F238E27FC236}">
                <a16:creationId xmlns:a16="http://schemas.microsoft.com/office/drawing/2014/main" id="{7316481C-0A49-4796-812B-0D64F063B7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5419898" cy="6858000"/>
          </a:xfrm>
          <a:prstGeom prst="rect">
            <a:avLst/>
          </a:prstGeom>
          <a:solidFill>
            <a:schemeClr val="tx1">
              <a:alpha val="5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כותרת 1">
            <a:extLst>
              <a:ext uri="{FF2B5EF4-FFF2-40B4-BE49-F238E27FC236}">
                <a16:creationId xmlns:a16="http://schemas.microsoft.com/office/drawing/2014/main" id="{70198714-091C-1F48-92B4-DB9FAE0E7731}"/>
              </a:ext>
            </a:extLst>
          </p:cNvPr>
          <p:cNvSpPr>
            <a:spLocks noGrp="1"/>
          </p:cNvSpPr>
          <p:nvPr>
            <p:ph type="title"/>
          </p:nvPr>
        </p:nvSpPr>
        <p:spPr>
          <a:xfrm>
            <a:off x="1166649" y="721805"/>
            <a:ext cx="3874686" cy="2147520"/>
          </a:xfrm>
        </p:spPr>
        <p:txBody>
          <a:bodyPr>
            <a:normAutofit/>
          </a:bodyPr>
          <a:lstStyle/>
          <a:p>
            <a:pPr defTabSz="914400" rtl="0" eaLnBrk="1" latinLnBrk="0" hangingPunct="1">
              <a:spcBef>
                <a:spcPct val="0"/>
              </a:spcBef>
              <a:buNone/>
            </a:pPr>
            <a:r>
              <a:rPr lang="en-US" dirty="0">
                <a:solidFill>
                  <a:schemeClr val="bg1"/>
                </a:solidFill>
              </a:rPr>
              <a:t>April Tag</a:t>
            </a:r>
            <a:endParaRPr lang="he-IL" dirty="0">
              <a:solidFill>
                <a:schemeClr val="bg1"/>
              </a:solidFill>
            </a:endParaRPr>
          </a:p>
        </p:txBody>
      </p:sp>
      <p:sp>
        <p:nvSpPr>
          <p:cNvPr id="77" name="Rectangle 76">
            <a:extLst>
              <a:ext uri="{FF2B5EF4-FFF2-40B4-BE49-F238E27FC236}">
                <a16:creationId xmlns:a16="http://schemas.microsoft.com/office/drawing/2014/main" id="{A5271697-90F1-4A23-8EF2-0179F2EAFA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
            <a:ext cx="606972" cy="3233984"/>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9" name="Group 78">
            <a:extLst>
              <a:ext uri="{FF2B5EF4-FFF2-40B4-BE49-F238E27FC236}">
                <a16:creationId xmlns:a16="http://schemas.microsoft.com/office/drawing/2014/main" id="{81DE8B58-F373-409E-A253-4380A66091D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88720" y="73152"/>
            <a:ext cx="1178966" cy="232963"/>
            <a:chOff x="1188720" y="73152"/>
            <a:chExt cx="1178966" cy="232963"/>
          </a:xfrm>
        </p:grpSpPr>
        <p:sp>
          <p:nvSpPr>
            <p:cNvPr id="80" name="Rectangle 64">
              <a:extLst>
                <a:ext uri="{FF2B5EF4-FFF2-40B4-BE49-F238E27FC236}">
                  <a16:creationId xmlns:a16="http://schemas.microsoft.com/office/drawing/2014/main" id="{F5ACE265-D22D-48CC-99DE-EB81AE9229E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88541" y="73152"/>
              <a:ext cx="54368" cy="5922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Rectangle 66">
              <a:extLst>
                <a:ext uri="{FF2B5EF4-FFF2-40B4-BE49-F238E27FC236}">
                  <a16:creationId xmlns:a16="http://schemas.microsoft.com/office/drawing/2014/main" id="{6FE80EEA-F4ED-4436-8861-0BEAAEFE76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88541" y="246888"/>
              <a:ext cx="54368" cy="5922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Rectangle 64">
              <a:extLst>
                <a:ext uri="{FF2B5EF4-FFF2-40B4-BE49-F238E27FC236}">
                  <a16:creationId xmlns:a16="http://schemas.microsoft.com/office/drawing/2014/main" id="{C3642BC8-86E8-47D0-8846-3E4D49E4B46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3586" y="73152"/>
              <a:ext cx="54368" cy="5922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Rectangle 66">
              <a:extLst>
                <a:ext uri="{FF2B5EF4-FFF2-40B4-BE49-F238E27FC236}">
                  <a16:creationId xmlns:a16="http://schemas.microsoft.com/office/drawing/2014/main" id="{82D35214-3634-4180-BF0E-45B6145161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3586" y="246888"/>
              <a:ext cx="54368" cy="5922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 name="Rectangle 64">
              <a:extLst>
                <a:ext uri="{FF2B5EF4-FFF2-40B4-BE49-F238E27FC236}">
                  <a16:creationId xmlns:a16="http://schemas.microsoft.com/office/drawing/2014/main" id="{15BE89E6-3D1C-42B5-A950-E72889F8BB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438631" y="73152"/>
              <a:ext cx="54368" cy="5922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Rectangle 66">
              <a:extLst>
                <a:ext uri="{FF2B5EF4-FFF2-40B4-BE49-F238E27FC236}">
                  <a16:creationId xmlns:a16="http://schemas.microsoft.com/office/drawing/2014/main" id="{473771CC-5097-4E08-9606-24B0BC9A0D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438631" y="246888"/>
              <a:ext cx="54368" cy="5922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Rectangle 64">
              <a:extLst>
                <a:ext uri="{FF2B5EF4-FFF2-40B4-BE49-F238E27FC236}">
                  <a16:creationId xmlns:a16="http://schemas.microsoft.com/office/drawing/2014/main" id="{BE872634-00DA-47BD-880D-5C05FFADCC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3675" y="73152"/>
              <a:ext cx="54368" cy="5922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Rectangle 66">
              <a:extLst>
                <a:ext uri="{FF2B5EF4-FFF2-40B4-BE49-F238E27FC236}">
                  <a16:creationId xmlns:a16="http://schemas.microsoft.com/office/drawing/2014/main" id="{4F151F5C-DE9B-460E-BC51-471F4A8A5A2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3675" y="246888"/>
              <a:ext cx="54368" cy="5922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Rectangle 64">
              <a:extLst>
                <a:ext uri="{FF2B5EF4-FFF2-40B4-BE49-F238E27FC236}">
                  <a16:creationId xmlns:a16="http://schemas.microsoft.com/office/drawing/2014/main" id="{34557B8A-4D2F-4D0D-B746-59EA85318C4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88720" y="73152"/>
              <a:ext cx="54368" cy="5922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Rectangle 66">
              <a:extLst>
                <a:ext uri="{FF2B5EF4-FFF2-40B4-BE49-F238E27FC236}">
                  <a16:creationId xmlns:a16="http://schemas.microsoft.com/office/drawing/2014/main" id="{C764CD8E-E409-4E9B-8E87-746DDE36DA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88720" y="246888"/>
              <a:ext cx="54368" cy="5922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 name="Rectangle 64">
              <a:extLst>
                <a:ext uri="{FF2B5EF4-FFF2-40B4-BE49-F238E27FC236}">
                  <a16:creationId xmlns:a16="http://schemas.microsoft.com/office/drawing/2014/main" id="{8E27A01D-2F01-4286-9453-3FBF6E84856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313318" y="73152"/>
              <a:ext cx="54368" cy="5922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 name="Rectangle 66">
              <a:extLst>
                <a:ext uri="{FF2B5EF4-FFF2-40B4-BE49-F238E27FC236}">
                  <a16:creationId xmlns:a16="http://schemas.microsoft.com/office/drawing/2014/main" id="{460487A5-12EB-422E-9588-8FF06FAF739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313318" y="246888"/>
              <a:ext cx="54368" cy="5922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 name="Rectangle 64">
              <a:extLst>
                <a:ext uri="{FF2B5EF4-FFF2-40B4-BE49-F238E27FC236}">
                  <a16:creationId xmlns:a16="http://schemas.microsoft.com/office/drawing/2014/main" id="{7D522D20-C9F7-4B34-9066-4B43ADAABD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188363" y="73152"/>
              <a:ext cx="54368" cy="5922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 name="Rectangle 66">
              <a:extLst>
                <a:ext uri="{FF2B5EF4-FFF2-40B4-BE49-F238E27FC236}">
                  <a16:creationId xmlns:a16="http://schemas.microsoft.com/office/drawing/2014/main" id="{97B04F2C-295B-447A-8941-0AD4F555161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188363" y="246888"/>
              <a:ext cx="54368" cy="5922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 name="Rectangle 64">
              <a:extLst>
                <a:ext uri="{FF2B5EF4-FFF2-40B4-BE49-F238E27FC236}">
                  <a16:creationId xmlns:a16="http://schemas.microsoft.com/office/drawing/2014/main" id="{17D7FF91-B366-4534-B9B4-5710926EE7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063408" y="73152"/>
              <a:ext cx="54368" cy="5922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Rectangle 66">
              <a:extLst>
                <a:ext uri="{FF2B5EF4-FFF2-40B4-BE49-F238E27FC236}">
                  <a16:creationId xmlns:a16="http://schemas.microsoft.com/office/drawing/2014/main" id="{B5B8116C-ADD9-4826-9C37-270377E8FF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063408" y="246888"/>
              <a:ext cx="54368" cy="5922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Rectangle 64">
              <a:extLst>
                <a:ext uri="{FF2B5EF4-FFF2-40B4-BE49-F238E27FC236}">
                  <a16:creationId xmlns:a16="http://schemas.microsoft.com/office/drawing/2014/main" id="{22D01D96-8DB8-40BF-83AC-4CA49EC263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38452" y="73152"/>
              <a:ext cx="54368" cy="5922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Rectangle 66">
              <a:extLst>
                <a:ext uri="{FF2B5EF4-FFF2-40B4-BE49-F238E27FC236}">
                  <a16:creationId xmlns:a16="http://schemas.microsoft.com/office/drawing/2014/main" id="{44B584CD-5E60-4B15-847C-B30D15DA1A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38452" y="246888"/>
              <a:ext cx="54368" cy="5922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 name="Rectangle 64">
              <a:extLst>
                <a:ext uri="{FF2B5EF4-FFF2-40B4-BE49-F238E27FC236}">
                  <a16:creationId xmlns:a16="http://schemas.microsoft.com/office/drawing/2014/main" id="{CF2BB7DC-B968-4F0B-9748-BF0E6E297C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813497" y="73152"/>
              <a:ext cx="54368" cy="5922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 name="Rectangle 66">
              <a:extLst>
                <a:ext uri="{FF2B5EF4-FFF2-40B4-BE49-F238E27FC236}">
                  <a16:creationId xmlns:a16="http://schemas.microsoft.com/office/drawing/2014/main" id="{CF12C159-3F09-4861-9450-ECD5DB3100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813497" y="246888"/>
              <a:ext cx="54368" cy="5922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1" name="Rectangle 100">
            <a:extLst>
              <a:ext uri="{FF2B5EF4-FFF2-40B4-BE49-F238E27FC236}">
                <a16:creationId xmlns:a16="http://schemas.microsoft.com/office/drawing/2014/main" id="{D9F5512A-48E1-4C07-B75E-3CCC517B68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3233984"/>
            <a:ext cx="606972" cy="362401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מציין מיקום תוכן 2">
            <a:extLst>
              <a:ext uri="{FF2B5EF4-FFF2-40B4-BE49-F238E27FC236}">
                <a16:creationId xmlns:a16="http://schemas.microsoft.com/office/drawing/2014/main" id="{48820E90-B95C-2940-8BF1-FFF3E031E2D4}"/>
              </a:ext>
            </a:extLst>
          </p:cNvPr>
          <p:cNvSpPr>
            <a:spLocks noGrp="1"/>
          </p:cNvSpPr>
          <p:nvPr>
            <p:ph idx="1"/>
          </p:nvPr>
        </p:nvSpPr>
        <p:spPr>
          <a:xfrm>
            <a:off x="1166649" y="3379979"/>
            <a:ext cx="3874685" cy="3186359"/>
          </a:xfrm>
        </p:spPr>
        <p:txBody>
          <a:bodyPr anchor="ctr">
            <a:normAutofit/>
          </a:bodyPr>
          <a:lstStyle/>
          <a:p>
            <a:pPr marL="0" indent="0" defTabSz="914400" rtl="1" eaLnBrk="1" latinLnBrk="0" hangingPunct="1">
              <a:spcBef>
                <a:spcPts val="1000"/>
              </a:spcBef>
              <a:buFont typeface="Arial" panose="020B0604020202020204" pitchFamily="34" charset="0"/>
              <a:buNone/>
            </a:pPr>
            <a:r>
              <a:rPr lang="he-IL" sz="1100">
                <a:solidFill>
                  <a:schemeClr val="bg1"/>
                </a:solidFill>
              </a:rPr>
              <a:t>מערכת לזיהוי ויזואלי בה משתמשים ברובוטיקה ב</a:t>
            </a:r>
            <a:r>
              <a:rPr lang="en-US" sz="1100">
                <a:solidFill>
                  <a:schemeClr val="bg1"/>
                </a:solidFill>
              </a:rPr>
              <a:t>AR</a:t>
            </a:r>
            <a:r>
              <a:rPr lang="he-IL" sz="1100">
                <a:solidFill>
                  <a:schemeClr val="bg1"/>
                </a:solidFill>
              </a:rPr>
              <a:t> ובתחומים נוספים </a:t>
            </a:r>
          </a:p>
          <a:p>
            <a:pPr marL="0" indent="0" defTabSz="914400" rtl="1" eaLnBrk="1" latinLnBrk="0" hangingPunct="1">
              <a:spcBef>
                <a:spcPts val="1000"/>
              </a:spcBef>
              <a:buFont typeface="Arial" panose="020B0604020202020204" pitchFamily="34" charset="0"/>
              <a:buNone/>
            </a:pPr>
            <a:endParaRPr lang="he-IL" sz="1100">
              <a:solidFill>
                <a:schemeClr val="bg1"/>
              </a:solidFill>
            </a:endParaRPr>
          </a:p>
          <a:p>
            <a:pPr marL="0" indent="0" defTabSz="914400" rtl="1" eaLnBrk="1" latinLnBrk="0" hangingPunct="1">
              <a:spcBef>
                <a:spcPts val="1000"/>
              </a:spcBef>
              <a:buFont typeface="Arial" panose="020B0604020202020204" pitchFamily="34" charset="0"/>
              <a:buNone/>
            </a:pPr>
            <a:r>
              <a:rPr lang="he-IL" sz="1100">
                <a:solidFill>
                  <a:schemeClr val="bg1"/>
                </a:solidFill>
              </a:rPr>
              <a:t>ניתן להדפיס את התגים בכל מדפסת ביתית </a:t>
            </a:r>
          </a:p>
          <a:p>
            <a:pPr marL="0" indent="0" defTabSz="914400" rtl="1" eaLnBrk="1" latinLnBrk="0" hangingPunct="1">
              <a:spcBef>
                <a:spcPts val="1000"/>
              </a:spcBef>
              <a:buFont typeface="Arial" panose="020B0604020202020204" pitchFamily="34" charset="0"/>
              <a:buNone/>
            </a:pPr>
            <a:endParaRPr lang="he-IL" sz="1100">
              <a:solidFill>
                <a:schemeClr val="bg1"/>
              </a:solidFill>
            </a:endParaRPr>
          </a:p>
          <a:p>
            <a:pPr marL="0" indent="0" defTabSz="914400" rtl="1" eaLnBrk="1" latinLnBrk="0" hangingPunct="1">
              <a:spcBef>
                <a:spcPts val="1000"/>
              </a:spcBef>
              <a:buFont typeface="Arial" panose="020B0604020202020204" pitchFamily="34" charset="0"/>
              <a:buNone/>
            </a:pPr>
            <a:r>
              <a:rPr lang="he-IL" sz="1100">
                <a:solidFill>
                  <a:schemeClr val="bg1"/>
                </a:solidFill>
              </a:rPr>
              <a:t>מחשבת את הפרמטרים הבאים ומאפשרת גישה אליהם: </a:t>
            </a:r>
          </a:p>
          <a:p>
            <a:pPr marL="0" indent="0" defTabSz="914400" rtl="1" eaLnBrk="1" latinLnBrk="0" hangingPunct="1">
              <a:spcBef>
                <a:spcPts val="1000"/>
              </a:spcBef>
              <a:buFont typeface="Arial" panose="020B0604020202020204" pitchFamily="34" charset="0"/>
              <a:buNone/>
            </a:pPr>
            <a:endParaRPr lang="he-IL" sz="1100">
              <a:solidFill>
                <a:schemeClr val="bg1"/>
              </a:solidFill>
            </a:endParaRPr>
          </a:p>
          <a:p>
            <a:r>
              <a:rPr lang="he-IL" sz="1100">
                <a:solidFill>
                  <a:schemeClr val="bg1"/>
                </a:solidFill>
              </a:rPr>
              <a:t>המיקום המדויק של התג בתלת מימד </a:t>
            </a:r>
          </a:p>
          <a:p>
            <a:endParaRPr lang="he-IL" sz="1100">
              <a:solidFill>
                <a:schemeClr val="bg1"/>
              </a:solidFill>
            </a:endParaRPr>
          </a:p>
          <a:p>
            <a:r>
              <a:rPr lang="he-IL" sz="1100">
                <a:solidFill>
                  <a:schemeClr val="bg1"/>
                </a:solidFill>
              </a:rPr>
              <a:t>האוריינטציה של התג ביחס למצלמה </a:t>
            </a:r>
          </a:p>
          <a:p>
            <a:pPr marL="0" indent="0">
              <a:buNone/>
            </a:pPr>
            <a:endParaRPr lang="he-IL" sz="1100">
              <a:solidFill>
                <a:schemeClr val="bg1"/>
              </a:solidFill>
            </a:endParaRPr>
          </a:p>
          <a:p>
            <a:r>
              <a:rPr lang="he-IL" sz="1100">
                <a:solidFill>
                  <a:schemeClr val="bg1"/>
                </a:solidFill>
              </a:rPr>
              <a:t>זהות התג </a:t>
            </a:r>
          </a:p>
        </p:txBody>
      </p:sp>
    </p:spTree>
    <p:extLst>
      <p:ext uri="{BB962C8B-B14F-4D97-AF65-F5344CB8AC3E}">
        <p14:creationId xmlns:p14="http://schemas.microsoft.com/office/powerpoint/2010/main" val="9710706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 name="Rectangle 70">
            <a:extLst>
              <a:ext uri="{FF2B5EF4-FFF2-40B4-BE49-F238E27FC236}">
                <a16:creationId xmlns:a16="http://schemas.microsoft.com/office/drawing/2014/main" id="{0671A8AE-40A1-4631-A6B8-581AFF0654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descr="DJI Tello Compact quadcopter with HD camera at Crutchfield">
            <a:extLst>
              <a:ext uri="{FF2B5EF4-FFF2-40B4-BE49-F238E27FC236}">
                <a16:creationId xmlns:a16="http://schemas.microsoft.com/office/drawing/2014/main" id="{E065A5F0-1080-7D47-B54B-32DCED821F1C}"/>
              </a:ext>
            </a:extLst>
          </p:cNvPr>
          <p:cNvPicPr>
            <a:picLocks noGrp="1" noChangeAspect="1" noChangeArrowheads="1"/>
          </p:cNvPicPr>
          <p:nvPr>
            <p:ph idx="1"/>
          </p:nvPr>
        </p:nvPicPr>
        <p:blipFill rotWithShape="1">
          <a:blip r:embed="rId2" cstate="screen">
            <a:extLst>
              <a:ext uri="{28A0092B-C50C-407E-A947-70E740481C1C}">
                <a14:useLocalDpi xmlns:a14="http://schemas.microsoft.com/office/drawing/2010/main"/>
              </a:ext>
            </a:extLst>
          </a:blip>
          <a:srcRect/>
          <a:stretch/>
        </p:blipFill>
        <p:spPr bwMode="auto">
          <a:xfrm>
            <a:off x="3523488" y="10"/>
            <a:ext cx="8668512" cy="6857990"/>
          </a:xfrm>
          <a:prstGeom prst="rect">
            <a:avLst/>
          </a:prstGeom>
          <a:noFill/>
          <a:extLst>
            <a:ext uri="{909E8E84-426E-40DD-AFC4-6F175D3DCCD1}">
              <a14:hiddenFill xmlns:a14="http://schemas.microsoft.com/office/drawing/2010/main">
                <a:solidFill>
                  <a:srgbClr val="FFFFFF"/>
                </a:solidFill>
              </a14:hiddenFill>
            </a:ext>
          </a:extLst>
        </p:spPr>
      </p:pic>
      <p:sp>
        <p:nvSpPr>
          <p:cNvPr id="73" name="Rectangle 72">
            <a:extLst>
              <a:ext uri="{FF2B5EF4-FFF2-40B4-BE49-F238E27FC236}">
                <a16:creationId xmlns:a16="http://schemas.microsoft.com/office/drawing/2014/main" id="{AB58EF07-17C2-48CF-ABB0-EEF1F17CB8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 y="0"/>
            <a:ext cx="9339206" cy="6858000"/>
          </a:xfrm>
          <a:prstGeom prst="rect">
            <a:avLst/>
          </a:prstGeom>
          <a:gradFill>
            <a:gsLst>
              <a:gs pos="58000">
                <a:schemeClr val="bg1"/>
              </a:gs>
              <a:gs pos="33000">
                <a:schemeClr val="bg1">
                  <a:alpha val="64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כותרת 1">
            <a:extLst>
              <a:ext uri="{FF2B5EF4-FFF2-40B4-BE49-F238E27FC236}">
                <a16:creationId xmlns:a16="http://schemas.microsoft.com/office/drawing/2014/main" id="{1E211958-5673-374F-9C18-EACFE5F7DF8F}"/>
              </a:ext>
            </a:extLst>
          </p:cNvPr>
          <p:cNvSpPr>
            <a:spLocks noGrp="1"/>
          </p:cNvSpPr>
          <p:nvPr>
            <p:ph type="title"/>
          </p:nvPr>
        </p:nvSpPr>
        <p:spPr>
          <a:xfrm>
            <a:off x="477981" y="1122363"/>
            <a:ext cx="4023360" cy="3204134"/>
          </a:xfrm>
        </p:spPr>
        <p:txBody>
          <a:bodyPr vert="horz" lIns="91440" tIns="45720" rIns="91440" bIns="45720" rtlCol="0" anchor="b">
            <a:normAutofit/>
          </a:bodyPr>
          <a:lstStyle/>
          <a:p>
            <a:pPr algn="l" rtl="0"/>
            <a:r>
              <a:rPr lang="en-US" dirty="0" err="1">
                <a:latin typeface="Calibri" panose="020F0502020204030204" pitchFamily="34" charset="0"/>
                <a:cs typeface="Calibri" panose="020F0502020204030204" pitchFamily="34" charset="0"/>
              </a:rPr>
              <a:t>חלק</a:t>
            </a:r>
            <a:r>
              <a:rPr lang="en-US" dirty="0">
                <a:latin typeface="Calibri" panose="020F0502020204030204" pitchFamily="34" charset="0"/>
                <a:cs typeface="Calibri" panose="020F0502020204030204" pitchFamily="34" charset="0"/>
              </a:rPr>
              <a:t> </a:t>
            </a:r>
            <a:r>
              <a:rPr lang="en-US" dirty="0" err="1">
                <a:latin typeface="Calibri" panose="020F0502020204030204" pitchFamily="34" charset="0"/>
                <a:cs typeface="Calibri" panose="020F0502020204030204" pitchFamily="34" charset="0"/>
              </a:rPr>
              <a:t>שני</a:t>
            </a:r>
            <a:r>
              <a:rPr lang="en-US" dirty="0">
                <a:latin typeface="Calibri" panose="020F0502020204030204" pitchFamily="34" charset="0"/>
                <a:cs typeface="Calibri" panose="020F0502020204030204" pitchFamily="34" charset="0"/>
              </a:rPr>
              <a:t> – </a:t>
            </a:r>
            <a:r>
              <a:rPr lang="en-US" dirty="0" err="1">
                <a:latin typeface="Calibri" panose="020F0502020204030204" pitchFamily="34" charset="0"/>
                <a:cs typeface="Calibri" panose="020F0502020204030204" pitchFamily="34" charset="0"/>
              </a:rPr>
              <a:t>תיאור</a:t>
            </a:r>
            <a:r>
              <a:rPr lang="en-US" dirty="0">
                <a:latin typeface="Calibri" panose="020F0502020204030204" pitchFamily="34" charset="0"/>
                <a:cs typeface="Calibri" panose="020F0502020204030204" pitchFamily="34" charset="0"/>
              </a:rPr>
              <a:t> </a:t>
            </a:r>
            <a:r>
              <a:rPr lang="en-US" dirty="0" err="1">
                <a:latin typeface="Calibri" panose="020F0502020204030204" pitchFamily="34" charset="0"/>
                <a:cs typeface="Calibri" panose="020F0502020204030204" pitchFamily="34" charset="0"/>
              </a:rPr>
              <a:t>שלבי</a:t>
            </a:r>
            <a:r>
              <a:rPr lang="en-US" dirty="0">
                <a:latin typeface="Calibri" panose="020F0502020204030204" pitchFamily="34" charset="0"/>
                <a:cs typeface="Calibri" panose="020F0502020204030204" pitchFamily="34" charset="0"/>
              </a:rPr>
              <a:t> </a:t>
            </a:r>
            <a:r>
              <a:rPr lang="en-US" dirty="0" err="1">
                <a:latin typeface="Calibri" panose="020F0502020204030204" pitchFamily="34" charset="0"/>
                <a:cs typeface="Calibri" panose="020F0502020204030204" pitchFamily="34" charset="0"/>
              </a:rPr>
              <a:t>הפרויקט</a:t>
            </a:r>
            <a:r>
              <a:rPr lang="en-US" dirty="0">
                <a:latin typeface="Calibri" panose="020F0502020204030204" pitchFamily="34" charset="0"/>
                <a:cs typeface="Calibri" panose="020F0502020204030204" pitchFamily="34" charset="0"/>
              </a:rPr>
              <a:t> </a:t>
            </a:r>
            <a:r>
              <a:rPr lang="en-US" dirty="0" err="1">
                <a:latin typeface="Calibri" panose="020F0502020204030204" pitchFamily="34" charset="0"/>
                <a:cs typeface="Calibri" panose="020F0502020204030204" pitchFamily="34" charset="0"/>
              </a:rPr>
              <a:t>וה</a:t>
            </a:r>
            <a:r>
              <a:rPr lang="he-IL" dirty="0">
                <a:latin typeface="Calibri" panose="020F0502020204030204" pitchFamily="34" charset="0"/>
                <a:cs typeface="Calibri" panose="020F0502020204030204" pitchFamily="34" charset="0"/>
              </a:rPr>
              <a:t>את</a:t>
            </a:r>
            <a:r>
              <a:rPr lang="en-US" dirty="0" err="1">
                <a:latin typeface="Calibri" panose="020F0502020204030204" pitchFamily="34" charset="0"/>
                <a:cs typeface="Calibri" panose="020F0502020204030204" pitchFamily="34" charset="0"/>
              </a:rPr>
              <a:t>גרים</a:t>
            </a:r>
            <a:r>
              <a:rPr lang="en-US" dirty="0">
                <a:latin typeface="Calibri" panose="020F0502020204030204" pitchFamily="34" charset="0"/>
                <a:cs typeface="Calibri" panose="020F0502020204030204" pitchFamily="34" charset="0"/>
              </a:rPr>
              <a:t> </a:t>
            </a:r>
            <a:r>
              <a:rPr lang="en-US" dirty="0" err="1">
                <a:latin typeface="Calibri" panose="020F0502020204030204" pitchFamily="34" charset="0"/>
                <a:cs typeface="Calibri" panose="020F0502020204030204" pitchFamily="34" charset="0"/>
              </a:rPr>
              <a:t>שהיו</a:t>
            </a:r>
            <a:r>
              <a:rPr lang="en-US" dirty="0">
                <a:latin typeface="Calibri" panose="020F0502020204030204" pitchFamily="34" charset="0"/>
                <a:cs typeface="Calibri" panose="020F0502020204030204" pitchFamily="34" charset="0"/>
              </a:rPr>
              <a:t> </a:t>
            </a:r>
            <a:r>
              <a:rPr lang="en-US" dirty="0" err="1">
                <a:latin typeface="Calibri" panose="020F0502020204030204" pitchFamily="34" charset="0"/>
                <a:cs typeface="Calibri" panose="020F0502020204030204" pitchFamily="34" charset="0"/>
              </a:rPr>
              <a:t>במהלכו</a:t>
            </a:r>
            <a:r>
              <a:rPr lang="en-US" dirty="0">
                <a:latin typeface="Calibri" panose="020F0502020204030204" pitchFamily="34" charset="0"/>
                <a:cs typeface="Calibri" panose="020F0502020204030204" pitchFamily="34" charset="0"/>
              </a:rPr>
              <a:t> </a:t>
            </a:r>
          </a:p>
        </p:txBody>
      </p:sp>
      <p:sp>
        <p:nvSpPr>
          <p:cNvPr id="75" name="Rectangle 74">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77" name="Rectangle 76">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3977640" cy="18288"/>
          </a:xfrm>
          <a:prstGeom prst="rect">
            <a:avLst/>
          </a:prstGeom>
          <a:solidFill>
            <a:schemeClr val="tx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13070971"/>
      </p:ext>
    </p:extLst>
  </p:cSld>
  <p:clrMapOvr>
    <a:overrideClrMapping bg1="dk1" tx1="lt1" bg2="dk2" tx2="lt2" accent1="accent1" accent2="accent2" accent3="accent3" accent4="accent4" accent5="accent5" accent6="accent6" hlink="hlink" folHlink="folHlink"/>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43BAC1FD-8611-BF43-9614-B4D5FA173DE0}"/>
              </a:ext>
            </a:extLst>
          </p:cNvPr>
          <p:cNvSpPr>
            <a:spLocks noGrp="1"/>
          </p:cNvSpPr>
          <p:nvPr>
            <p:ph type="title"/>
          </p:nvPr>
        </p:nvSpPr>
        <p:spPr/>
        <p:txBody>
          <a:bodyPr/>
          <a:lstStyle/>
          <a:p>
            <a:pPr algn="r" defTabSz="914400" rtl="0" eaLnBrk="1" latinLnBrk="0" hangingPunct="1">
              <a:lnSpc>
                <a:spcPct val="90000"/>
              </a:lnSpc>
              <a:spcBef>
                <a:spcPct val="0"/>
              </a:spcBef>
              <a:buNone/>
            </a:pPr>
            <a:r>
              <a:rPr lang="he-IL" dirty="0"/>
              <a:t>מטרת הפרויקט </a:t>
            </a:r>
          </a:p>
        </p:txBody>
      </p:sp>
      <p:sp>
        <p:nvSpPr>
          <p:cNvPr id="3" name="מציין מיקום תוכן 2">
            <a:extLst>
              <a:ext uri="{FF2B5EF4-FFF2-40B4-BE49-F238E27FC236}">
                <a16:creationId xmlns:a16="http://schemas.microsoft.com/office/drawing/2014/main" id="{DEF1722F-D721-B949-9244-DEBF1F6E0932}"/>
              </a:ext>
            </a:extLst>
          </p:cNvPr>
          <p:cNvSpPr>
            <a:spLocks noGrp="1"/>
          </p:cNvSpPr>
          <p:nvPr>
            <p:ph idx="1"/>
          </p:nvPr>
        </p:nvSpPr>
        <p:spPr/>
        <p:txBody>
          <a:bodyPr/>
          <a:lstStyle/>
          <a:p>
            <a:pPr marL="228600" indent="-228600" defTabSz="914400" eaLnBrk="1" latinLnBrk="0" hangingPunct="1">
              <a:lnSpc>
                <a:spcPct val="90000"/>
              </a:lnSpc>
              <a:spcBef>
                <a:spcPts val="1000"/>
              </a:spcBef>
              <a:buFont typeface="Arial" panose="020B0604020202020204" pitchFamily="34" charset="0"/>
              <a:buChar char="•"/>
            </a:pPr>
            <a:r>
              <a:rPr lang="he-IL" dirty="0"/>
              <a:t> תנועה אוטונומית של </a:t>
            </a:r>
            <a:r>
              <a:rPr lang="he-IL" dirty="0" err="1"/>
              <a:t>רחפן</a:t>
            </a:r>
            <a:r>
              <a:rPr lang="he-IL" dirty="0"/>
              <a:t> בחדר על פי תגים שימוקמו בסביבתו, תנועה בין התגים לפי סדר בינם. </a:t>
            </a:r>
          </a:p>
        </p:txBody>
      </p:sp>
    </p:spTree>
    <p:extLst>
      <p:ext uri="{BB962C8B-B14F-4D97-AF65-F5344CB8AC3E}">
        <p14:creationId xmlns:p14="http://schemas.microsoft.com/office/powerpoint/2010/main" val="8358838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D55CD764-972B-4CA5-A885-53E55C63E1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4165AB3-7006-4430-BCE3-25476BE133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020887" cy="649160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כותרת 1">
            <a:extLst>
              <a:ext uri="{FF2B5EF4-FFF2-40B4-BE49-F238E27FC236}">
                <a16:creationId xmlns:a16="http://schemas.microsoft.com/office/drawing/2014/main" id="{D9F9D576-989E-FA42-90D0-52D01B346035}"/>
              </a:ext>
            </a:extLst>
          </p:cNvPr>
          <p:cNvSpPr>
            <a:spLocks noGrp="1"/>
          </p:cNvSpPr>
          <p:nvPr>
            <p:ph type="title"/>
          </p:nvPr>
        </p:nvSpPr>
        <p:spPr>
          <a:xfrm>
            <a:off x="594360" y="1209086"/>
            <a:ext cx="3876848" cy="4064925"/>
          </a:xfrm>
        </p:spPr>
        <p:txBody>
          <a:bodyPr anchor="ctr">
            <a:normAutofit/>
          </a:bodyPr>
          <a:lstStyle/>
          <a:p>
            <a:pPr defTabSz="914400" rtl="0" eaLnBrk="1" latinLnBrk="0" hangingPunct="1">
              <a:spcBef>
                <a:spcPct val="0"/>
              </a:spcBef>
              <a:buNone/>
            </a:pPr>
            <a:r>
              <a:rPr lang="he-IL" sz="5000"/>
              <a:t>למה בחרנו דווקא בפרויקט זה </a:t>
            </a:r>
          </a:p>
        </p:txBody>
      </p:sp>
      <p:grpSp>
        <p:nvGrpSpPr>
          <p:cNvPr id="13" name="Group 12">
            <a:extLst>
              <a:ext uri="{FF2B5EF4-FFF2-40B4-BE49-F238E27FC236}">
                <a16:creationId xmlns:a16="http://schemas.microsoft.com/office/drawing/2014/main" id="{22725F33-435F-480E-996D-205671CDC40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94360" y="73152"/>
            <a:ext cx="1178966" cy="232963"/>
            <a:chOff x="594360" y="73152"/>
            <a:chExt cx="1178966" cy="232963"/>
          </a:xfrm>
        </p:grpSpPr>
        <p:sp>
          <p:nvSpPr>
            <p:cNvPr id="14" name="Rectangle 64">
              <a:extLst>
                <a:ext uri="{FF2B5EF4-FFF2-40B4-BE49-F238E27FC236}">
                  <a16:creationId xmlns:a16="http://schemas.microsoft.com/office/drawing/2014/main" id="{07687CC5-056E-447F-A348-E9196E738B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181" y="73152"/>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66">
              <a:extLst>
                <a:ext uri="{FF2B5EF4-FFF2-40B4-BE49-F238E27FC236}">
                  <a16:creationId xmlns:a16="http://schemas.microsoft.com/office/drawing/2014/main" id="{4B7194FF-E2A4-49A6-A54A-A0B6A1AC24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181" y="246888"/>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64">
              <a:extLst>
                <a:ext uri="{FF2B5EF4-FFF2-40B4-BE49-F238E27FC236}">
                  <a16:creationId xmlns:a16="http://schemas.microsoft.com/office/drawing/2014/main" id="{7ED6E1D0-56BF-487D-9BD1-5D8FD793894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9226" y="73152"/>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66">
              <a:extLst>
                <a:ext uri="{FF2B5EF4-FFF2-40B4-BE49-F238E27FC236}">
                  <a16:creationId xmlns:a16="http://schemas.microsoft.com/office/drawing/2014/main" id="{AD27C1B6-91C6-4DFC-99E9-F0B83DC5DC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9226" y="246888"/>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64">
              <a:extLst>
                <a:ext uri="{FF2B5EF4-FFF2-40B4-BE49-F238E27FC236}">
                  <a16:creationId xmlns:a16="http://schemas.microsoft.com/office/drawing/2014/main" id="{B4A16B45-8536-4A38-B36E-A26F7ACEDA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44271" y="73152"/>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66">
              <a:extLst>
                <a:ext uri="{FF2B5EF4-FFF2-40B4-BE49-F238E27FC236}">
                  <a16:creationId xmlns:a16="http://schemas.microsoft.com/office/drawing/2014/main" id="{F64F5F52-7BB7-4B43-BB5B-67DB666895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44271" y="246888"/>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64">
              <a:extLst>
                <a:ext uri="{FF2B5EF4-FFF2-40B4-BE49-F238E27FC236}">
                  <a16:creationId xmlns:a16="http://schemas.microsoft.com/office/drawing/2014/main" id="{789C00E1-E374-485E-A40E-BCF0E6C8AD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19315" y="73152"/>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66">
              <a:extLst>
                <a:ext uri="{FF2B5EF4-FFF2-40B4-BE49-F238E27FC236}">
                  <a16:creationId xmlns:a16="http://schemas.microsoft.com/office/drawing/2014/main" id="{9AEDDA19-1BE9-4BD1-A087-11071390569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19315" y="246888"/>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64">
              <a:extLst>
                <a:ext uri="{FF2B5EF4-FFF2-40B4-BE49-F238E27FC236}">
                  <a16:creationId xmlns:a16="http://schemas.microsoft.com/office/drawing/2014/main" id="{9BF3970B-5A82-4527-AB38-536DF5FCFD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4360" y="73152"/>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66">
              <a:extLst>
                <a:ext uri="{FF2B5EF4-FFF2-40B4-BE49-F238E27FC236}">
                  <a16:creationId xmlns:a16="http://schemas.microsoft.com/office/drawing/2014/main" id="{B0A9D7D8-F150-43E1-83AD-CE553B3BD7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4360" y="246888"/>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64">
              <a:extLst>
                <a:ext uri="{FF2B5EF4-FFF2-40B4-BE49-F238E27FC236}">
                  <a16:creationId xmlns:a16="http://schemas.microsoft.com/office/drawing/2014/main" id="{5F94325E-CD9B-4404-A2CF-D130B5387D9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718958" y="73152"/>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66">
              <a:extLst>
                <a:ext uri="{FF2B5EF4-FFF2-40B4-BE49-F238E27FC236}">
                  <a16:creationId xmlns:a16="http://schemas.microsoft.com/office/drawing/2014/main" id="{7E5DF248-D56C-4D96-920E-D1FC7FDDA6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718958" y="246888"/>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64">
              <a:extLst>
                <a:ext uri="{FF2B5EF4-FFF2-40B4-BE49-F238E27FC236}">
                  <a16:creationId xmlns:a16="http://schemas.microsoft.com/office/drawing/2014/main" id="{C0B1AD48-9001-4AEF-AA30-56CAEC2B73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94003" y="73152"/>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66">
              <a:extLst>
                <a:ext uri="{FF2B5EF4-FFF2-40B4-BE49-F238E27FC236}">
                  <a16:creationId xmlns:a16="http://schemas.microsoft.com/office/drawing/2014/main" id="{4864399F-6339-4CD7-A92C-52BA2D57AAE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94003" y="246888"/>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64">
              <a:extLst>
                <a:ext uri="{FF2B5EF4-FFF2-40B4-BE49-F238E27FC236}">
                  <a16:creationId xmlns:a16="http://schemas.microsoft.com/office/drawing/2014/main" id="{BA4AC9BF-79DA-4D77-8227-BC5CC7563E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469048" y="73152"/>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66">
              <a:extLst>
                <a:ext uri="{FF2B5EF4-FFF2-40B4-BE49-F238E27FC236}">
                  <a16:creationId xmlns:a16="http://schemas.microsoft.com/office/drawing/2014/main" id="{84310BC6-6BB6-49A0-88BA-4302E8E4F8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469048" y="246888"/>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64">
              <a:extLst>
                <a:ext uri="{FF2B5EF4-FFF2-40B4-BE49-F238E27FC236}">
                  <a16:creationId xmlns:a16="http://schemas.microsoft.com/office/drawing/2014/main" id="{4840B5CD-1F12-405E-89D3-92A9D17389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44092" y="73152"/>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66">
              <a:extLst>
                <a:ext uri="{FF2B5EF4-FFF2-40B4-BE49-F238E27FC236}">
                  <a16:creationId xmlns:a16="http://schemas.microsoft.com/office/drawing/2014/main" id="{AD8181A7-FF60-4734-B51C-E622917E1B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44092" y="246888"/>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64">
              <a:extLst>
                <a:ext uri="{FF2B5EF4-FFF2-40B4-BE49-F238E27FC236}">
                  <a16:creationId xmlns:a16="http://schemas.microsoft.com/office/drawing/2014/main" id="{BF5BAC90-7E94-452F-B85C-17EB7C2486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19137" y="73152"/>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66">
              <a:extLst>
                <a:ext uri="{FF2B5EF4-FFF2-40B4-BE49-F238E27FC236}">
                  <a16:creationId xmlns:a16="http://schemas.microsoft.com/office/drawing/2014/main" id="{7DABFDCB-F31D-4192-A6C4-9841F0E4E5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19137" y="246888"/>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5" name="Rectangle 34">
            <a:extLst>
              <a:ext uri="{FF2B5EF4-FFF2-40B4-BE49-F238E27FC236}">
                <a16:creationId xmlns:a16="http://schemas.microsoft.com/office/drawing/2014/main" id="{E3E51905-F374-4E1A-97CF-B741584B74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01384"/>
            <a:ext cx="12192000" cy="356616"/>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מציין מיקום תוכן 2">
            <a:extLst>
              <a:ext uri="{FF2B5EF4-FFF2-40B4-BE49-F238E27FC236}">
                <a16:creationId xmlns:a16="http://schemas.microsoft.com/office/drawing/2014/main" id="{3F31373F-7F07-490B-B21F-64A99AA2DC76}"/>
              </a:ext>
            </a:extLst>
          </p:cNvPr>
          <p:cNvGraphicFramePr>
            <a:graphicFrameLocks noGrp="1"/>
          </p:cNvGraphicFramePr>
          <p:nvPr>
            <p:ph idx="1"/>
            <p:extLst>
              <p:ext uri="{D42A27DB-BD31-4B8C-83A1-F6EECF244321}">
                <p14:modId xmlns:p14="http://schemas.microsoft.com/office/powerpoint/2010/main" val="226277209"/>
              </p:ext>
            </p:extLst>
          </p:nvPr>
        </p:nvGraphicFramePr>
        <p:xfrm>
          <a:off x="5614416" y="457200"/>
          <a:ext cx="6117336" cy="56967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780230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 name="Rectangle 70">
            <a:extLst>
              <a:ext uri="{FF2B5EF4-FFF2-40B4-BE49-F238E27FC236}">
                <a16:creationId xmlns:a16="http://schemas.microsoft.com/office/drawing/2014/main" id="{62542EEC-4F7C-4AE2-933E-EAC8EB3FA3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כותרת 1">
            <a:extLst>
              <a:ext uri="{FF2B5EF4-FFF2-40B4-BE49-F238E27FC236}">
                <a16:creationId xmlns:a16="http://schemas.microsoft.com/office/drawing/2014/main" id="{67553B4A-399B-AC4E-A0CE-159DB29AA393}"/>
              </a:ext>
            </a:extLst>
          </p:cNvPr>
          <p:cNvSpPr>
            <a:spLocks noGrp="1"/>
          </p:cNvSpPr>
          <p:nvPr>
            <p:ph type="title"/>
          </p:nvPr>
        </p:nvSpPr>
        <p:spPr>
          <a:xfrm>
            <a:off x="7041856" y="3113415"/>
            <a:ext cx="4036334" cy="2387600"/>
          </a:xfrm>
        </p:spPr>
        <p:txBody>
          <a:bodyPr vert="horz" lIns="91440" tIns="45720" rIns="91440" bIns="45720" rtlCol="0" anchor="t">
            <a:normAutofit/>
          </a:bodyPr>
          <a:lstStyle/>
          <a:p>
            <a:pPr algn="l" rtl="0"/>
            <a:r>
              <a:rPr lang="en-US" sz="5400"/>
              <a:t>תיאור מהלך העבודה </a:t>
            </a:r>
          </a:p>
        </p:txBody>
      </p:sp>
      <p:sp>
        <p:nvSpPr>
          <p:cNvPr id="73" name="Rectangle 72">
            <a:extLst>
              <a:ext uri="{FF2B5EF4-FFF2-40B4-BE49-F238E27FC236}">
                <a16:creationId xmlns:a16="http://schemas.microsoft.com/office/drawing/2014/main" id="{B81933D1-5615-42C7-9C0B-4EB7105CCE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Rectangle 74">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6824" y="391886"/>
            <a:ext cx="6009366" cy="6017078"/>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218" name="Picture 2" descr="DJI Tello Drone White | Officeworks">
            <a:extLst>
              <a:ext uri="{FF2B5EF4-FFF2-40B4-BE49-F238E27FC236}">
                <a16:creationId xmlns:a16="http://schemas.microsoft.com/office/drawing/2014/main" id="{A0AC0199-7C61-7944-82F1-3D152F797903}"/>
              </a:ext>
            </a:extLst>
          </p:cNvPr>
          <p:cNvPicPr>
            <a:picLocks noGrp="1" noChangeAspect="1" noChangeArrowheads="1"/>
          </p:cNvPicPr>
          <p:nvPr>
            <p:ph idx="1"/>
          </p:nvPr>
        </p:nvPicPr>
        <p:blipFill rotWithShape="1">
          <a:blip r:embed="rId2" cstate="screen">
            <a:extLst>
              <a:ext uri="{28A0092B-C50C-407E-A947-70E740481C1C}">
                <a14:useLocalDpi xmlns:a14="http://schemas.microsoft.com/office/drawing/2010/main"/>
              </a:ext>
            </a:extLst>
          </a:blip>
          <a:srcRect/>
          <a:stretch/>
        </p:blipFill>
        <p:spPr bwMode="auto">
          <a:xfrm>
            <a:off x="733507" y="666728"/>
            <a:ext cx="5536001" cy="5465791"/>
          </a:xfrm>
          <a:prstGeom prst="rect">
            <a:avLst/>
          </a:prstGeom>
          <a:noFill/>
          <a:extLst>
            <a:ext uri="{909E8E84-426E-40DD-AFC4-6F175D3DCCD1}">
              <a14:hiddenFill xmlns:a14="http://schemas.microsoft.com/office/drawing/2010/main">
                <a:solidFill>
                  <a:srgbClr val="FFFFFF"/>
                </a:solidFill>
              </a14:hiddenFill>
            </a:ext>
          </a:extLst>
        </p:spPr>
      </p:pic>
      <p:grpSp>
        <p:nvGrpSpPr>
          <p:cNvPr id="77" name="Group 76">
            <a:extLst>
              <a:ext uri="{FF2B5EF4-FFF2-40B4-BE49-F238E27FC236}">
                <a16:creationId xmlns:a16="http://schemas.microsoft.com/office/drawing/2014/main" id="{032D8612-31EB-44CF-A1D0-14FD4C7054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460480" y="3154317"/>
            <a:ext cx="731521" cy="673460"/>
            <a:chOff x="3940602" y="308034"/>
            <a:chExt cx="2116791" cy="3428999"/>
          </a:xfrm>
          <a:solidFill>
            <a:schemeClr val="accent4"/>
          </a:solidFill>
        </p:grpSpPr>
        <p:sp>
          <p:nvSpPr>
            <p:cNvPr id="78" name="Rectangle 77">
              <a:extLst>
                <a:ext uri="{FF2B5EF4-FFF2-40B4-BE49-F238E27FC236}">
                  <a16:creationId xmlns:a16="http://schemas.microsoft.com/office/drawing/2014/main" id="{F19A4A0F-1B59-4DB0-9764-D10936E987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78">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Rectangle 79">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9436469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 name="Rectangle 70">
            <a:extLst>
              <a:ext uri="{FF2B5EF4-FFF2-40B4-BE49-F238E27FC236}">
                <a16:creationId xmlns:a16="http://schemas.microsoft.com/office/drawing/2014/main" id="{F56F5174-31D9-4DBB-AAB7-A1FD7BDB13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5614875" cy="6858000"/>
          </a:xfrm>
          <a:prstGeom prst="rect">
            <a:avLst/>
          </a:prstGeom>
          <a:gradFill>
            <a:gsLst>
              <a:gs pos="0">
                <a:schemeClr val="accent1">
                  <a:lumMod val="100000"/>
                  <a:alpha val="82000"/>
                </a:schemeClr>
              </a:gs>
              <a:gs pos="25000">
                <a:schemeClr val="accent1">
                  <a:alpha val="60000"/>
                </a:schemeClr>
              </a:gs>
              <a:gs pos="94000">
                <a:schemeClr val="bg2">
                  <a:lumMod val="75000"/>
                </a:schemeClr>
              </a:gs>
              <a:gs pos="100000">
                <a:schemeClr val="bg2">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3" name="Picture 72">
            <a:extLst>
              <a:ext uri="{FF2B5EF4-FFF2-40B4-BE49-F238E27FC236}">
                <a16:creationId xmlns:a16="http://schemas.microsoft.com/office/drawing/2014/main" id="{AE113210-7872-481A-ADE6-3A05CCAF5EB2}"/>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 name="כותרת 1">
            <a:extLst>
              <a:ext uri="{FF2B5EF4-FFF2-40B4-BE49-F238E27FC236}">
                <a16:creationId xmlns:a16="http://schemas.microsoft.com/office/drawing/2014/main" id="{3CE3DBEF-6339-2C48-82EB-789C0CAADD18}"/>
              </a:ext>
            </a:extLst>
          </p:cNvPr>
          <p:cNvSpPr>
            <a:spLocks noGrp="1"/>
          </p:cNvSpPr>
          <p:nvPr>
            <p:ph type="title"/>
          </p:nvPr>
        </p:nvSpPr>
        <p:spPr>
          <a:xfrm>
            <a:off x="6094105" y="802955"/>
            <a:ext cx="4977976" cy="1454051"/>
          </a:xfrm>
        </p:spPr>
        <p:txBody>
          <a:bodyPr>
            <a:normAutofit/>
          </a:bodyPr>
          <a:lstStyle/>
          <a:p>
            <a:r>
              <a:rPr lang="he-IL">
                <a:solidFill>
                  <a:srgbClr val="000000"/>
                </a:solidFill>
              </a:rPr>
              <a:t>אתגר מרכזי – עבודה עם סביבה לא מוכרת </a:t>
            </a:r>
          </a:p>
        </p:txBody>
      </p:sp>
      <p:sp>
        <p:nvSpPr>
          <p:cNvPr id="75" name="Freeform 62">
            <a:extLst>
              <a:ext uri="{FF2B5EF4-FFF2-40B4-BE49-F238E27FC236}">
                <a16:creationId xmlns:a16="http://schemas.microsoft.com/office/drawing/2014/main" id="{F9A95BEE-6BB1-4A28-A8E6-A34B2E42EF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38619"/>
            <a:ext cx="5000438" cy="5400962"/>
          </a:xfrm>
          <a:custGeom>
            <a:avLst/>
            <a:gdLst>
              <a:gd name="connsiteX0" fmla="*/ 2299956 w 5000438"/>
              <a:gd name="connsiteY0" fmla="*/ 0 h 5400962"/>
              <a:gd name="connsiteX1" fmla="*/ 5000438 w 5000438"/>
              <a:gd name="connsiteY1" fmla="*/ 2700481 h 5400962"/>
              <a:gd name="connsiteX2" fmla="*/ 2299956 w 5000438"/>
              <a:gd name="connsiteY2" fmla="*/ 5400962 h 5400962"/>
              <a:gd name="connsiteX3" fmla="*/ 60675 w 5000438"/>
              <a:gd name="connsiteY3" fmla="*/ 4210346 h 5400962"/>
              <a:gd name="connsiteX4" fmla="*/ 0 w 5000438"/>
              <a:gd name="connsiteY4" fmla="*/ 4110472 h 5400962"/>
              <a:gd name="connsiteX5" fmla="*/ 0 w 5000438"/>
              <a:gd name="connsiteY5" fmla="*/ 1290491 h 5400962"/>
              <a:gd name="connsiteX6" fmla="*/ 60675 w 5000438"/>
              <a:gd name="connsiteY6" fmla="*/ 1190617 h 5400962"/>
              <a:gd name="connsiteX7" fmla="*/ 2299956 w 5000438"/>
              <a:gd name="connsiteY7" fmla="*/ 0 h 5400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000438" h="5400962">
                <a:moveTo>
                  <a:pt x="2299956" y="0"/>
                </a:moveTo>
                <a:cubicBezTo>
                  <a:pt x="3791390" y="0"/>
                  <a:pt x="5000438" y="1209047"/>
                  <a:pt x="5000438" y="2700481"/>
                </a:cubicBezTo>
                <a:cubicBezTo>
                  <a:pt x="5000438" y="4191915"/>
                  <a:pt x="3791390" y="5400962"/>
                  <a:pt x="2299956" y="5400962"/>
                </a:cubicBezTo>
                <a:cubicBezTo>
                  <a:pt x="1367810" y="5400962"/>
                  <a:pt x="545971" y="4928678"/>
                  <a:pt x="60675" y="4210346"/>
                </a:cubicBezTo>
                <a:lnTo>
                  <a:pt x="0" y="4110472"/>
                </a:lnTo>
                <a:lnTo>
                  <a:pt x="0" y="1290491"/>
                </a:lnTo>
                <a:lnTo>
                  <a:pt x="60675" y="1190617"/>
                </a:lnTo>
                <a:cubicBezTo>
                  <a:pt x="545971" y="472284"/>
                  <a:pt x="1367810" y="0"/>
                  <a:pt x="2299956" y="0"/>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0242" name="Picture 2" descr="Beyond Critical Thinking">
            <a:extLst>
              <a:ext uri="{FF2B5EF4-FFF2-40B4-BE49-F238E27FC236}">
                <a16:creationId xmlns:a16="http://schemas.microsoft.com/office/drawing/2014/main" id="{7DEF23C8-7CA3-B141-942D-AB07DE171E8B}"/>
              </a:ext>
            </a:extLst>
          </p:cNvPr>
          <p:cNvPicPr>
            <a:picLocks noChangeAspect="1" noChangeArrowheads="1"/>
          </p:cNvPicPr>
          <p:nvPr/>
        </p:nvPicPr>
        <p:blipFill rotWithShape="1">
          <a:blip r:embed="rId3" cstate="screen">
            <a:alphaModFix/>
            <a:extLst>
              <a:ext uri="{28A0092B-C50C-407E-A947-70E740481C1C}">
                <a14:useLocalDpi xmlns:a14="http://schemas.microsoft.com/office/drawing/2010/main"/>
              </a:ext>
            </a:extLst>
          </a:blip>
          <a:srcRect b="-2"/>
          <a:stretch/>
        </p:blipFill>
        <p:spPr bwMode="auto">
          <a:xfrm>
            <a:off x="20" y="907231"/>
            <a:ext cx="4838021" cy="5063738"/>
          </a:xfrm>
          <a:custGeom>
            <a:avLst/>
            <a:gdLst/>
            <a:ahLst/>
            <a:cxnLst/>
            <a:rect l="l" t="t" r="r" b="b"/>
            <a:pathLst>
              <a:path w="4838041" h="5063738">
                <a:moveTo>
                  <a:pt x="2306172" y="0"/>
                </a:moveTo>
                <a:cubicBezTo>
                  <a:pt x="3704485" y="0"/>
                  <a:pt x="4838041" y="1133556"/>
                  <a:pt x="4838041" y="2531869"/>
                </a:cubicBezTo>
                <a:cubicBezTo>
                  <a:pt x="4838041" y="3930182"/>
                  <a:pt x="3704485" y="5063738"/>
                  <a:pt x="2306172" y="5063738"/>
                </a:cubicBezTo>
                <a:cubicBezTo>
                  <a:pt x="1344832" y="5063738"/>
                  <a:pt x="508631" y="4527956"/>
                  <a:pt x="79886" y="3738709"/>
                </a:cubicBezTo>
                <a:lnTo>
                  <a:pt x="0" y="3572876"/>
                </a:lnTo>
                <a:lnTo>
                  <a:pt x="0" y="1490863"/>
                </a:lnTo>
                <a:lnTo>
                  <a:pt x="79886" y="1325030"/>
                </a:lnTo>
                <a:cubicBezTo>
                  <a:pt x="508631" y="535783"/>
                  <a:pt x="1344832" y="0"/>
                  <a:pt x="2306172" y="0"/>
                </a:cubicBezTo>
                <a:close/>
              </a:path>
            </a:pathLst>
          </a:custGeom>
          <a:noFill/>
          <a:effectLst>
            <a:softEdge rad="0"/>
          </a:effectLst>
          <a:extLst>
            <a:ext uri="{909E8E84-426E-40DD-AFC4-6F175D3DCCD1}">
              <a14:hiddenFill xmlns:a14="http://schemas.microsoft.com/office/drawing/2010/main">
                <a:solidFill>
                  <a:srgbClr val="FFFFFF"/>
                </a:solidFill>
              </a14:hiddenFill>
            </a:ext>
          </a:extLst>
        </p:spPr>
      </p:pic>
      <p:sp>
        <p:nvSpPr>
          <p:cNvPr id="3" name="מציין מיקום תוכן 2">
            <a:extLst>
              <a:ext uri="{FF2B5EF4-FFF2-40B4-BE49-F238E27FC236}">
                <a16:creationId xmlns:a16="http://schemas.microsoft.com/office/drawing/2014/main" id="{B0F53685-BE5C-A144-A570-182A87627417}"/>
              </a:ext>
            </a:extLst>
          </p:cNvPr>
          <p:cNvSpPr>
            <a:spLocks noGrp="1"/>
          </p:cNvSpPr>
          <p:nvPr>
            <p:ph idx="1"/>
          </p:nvPr>
        </p:nvSpPr>
        <p:spPr>
          <a:xfrm>
            <a:off x="6090574" y="2421682"/>
            <a:ext cx="4977578" cy="3639289"/>
          </a:xfrm>
        </p:spPr>
        <p:txBody>
          <a:bodyPr anchor="ctr">
            <a:normAutofit/>
          </a:bodyPr>
          <a:lstStyle/>
          <a:p>
            <a:pPr marL="0" indent="0">
              <a:buNone/>
            </a:pPr>
            <a:endParaRPr lang="he-IL" sz="2000" dirty="0">
              <a:solidFill>
                <a:srgbClr val="000000"/>
              </a:solidFill>
            </a:endParaRPr>
          </a:p>
          <a:p>
            <a:r>
              <a:rPr lang="he-IL" sz="2000" dirty="0">
                <a:solidFill>
                  <a:srgbClr val="000000"/>
                </a:solidFill>
              </a:rPr>
              <a:t>כאשר התחלנו את עבודתנו, לאף אחד מאתנו לא היה ניסיון בעבודה עם סביבת </a:t>
            </a:r>
            <a:r>
              <a:rPr lang="en-US" sz="2000" dirty="0">
                <a:solidFill>
                  <a:srgbClr val="000000"/>
                </a:solidFill>
              </a:rPr>
              <a:t>ROS</a:t>
            </a:r>
            <a:r>
              <a:rPr lang="he-IL" sz="2000" dirty="0">
                <a:solidFill>
                  <a:srgbClr val="000000"/>
                </a:solidFill>
              </a:rPr>
              <a:t>, שבה היה נדרש להיעשות שימוש רב בפרויקט, ובאופן כללי בעבודה עם רובוטים ובאלגוריתמיקה שלהם. </a:t>
            </a:r>
            <a:endParaRPr lang="en-US" sz="2000" dirty="0">
              <a:solidFill>
                <a:srgbClr val="000000"/>
              </a:solidFill>
            </a:endParaRPr>
          </a:p>
          <a:p>
            <a:endParaRPr lang="he-IL" sz="2000" dirty="0">
              <a:solidFill>
                <a:srgbClr val="000000"/>
              </a:solidFill>
            </a:endParaRPr>
          </a:p>
          <a:p>
            <a:r>
              <a:rPr lang="he-IL" sz="2000" dirty="0">
                <a:solidFill>
                  <a:srgbClr val="000000"/>
                </a:solidFill>
              </a:rPr>
              <a:t>עובדה זו היוותה אתגר מחשל בעבורנו והיה עלינו להתגבר עליה. </a:t>
            </a:r>
          </a:p>
          <a:p>
            <a:endParaRPr lang="he-IL" sz="2000" dirty="0">
              <a:solidFill>
                <a:srgbClr val="000000"/>
              </a:solidFill>
            </a:endParaRPr>
          </a:p>
        </p:txBody>
      </p:sp>
    </p:spTree>
    <p:extLst>
      <p:ext uri="{BB962C8B-B14F-4D97-AF65-F5344CB8AC3E}">
        <p14:creationId xmlns:p14="http://schemas.microsoft.com/office/powerpoint/2010/main" val="327058945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תמונה 4" descr="תמונה שמכילה אדם, מחשב נישא, מקורה, מחשב&#10;&#10;התיאור נוצר באופן אוטומטי">
            <a:extLst>
              <a:ext uri="{FF2B5EF4-FFF2-40B4-BE49-F238E27FC236}">
                <a16:creationId xmlns:a16="http://schemas.microsoft.com/office/drawing/2014/main" id="{9C75BD63-7F65-684C-A41A-FA81887CABD5}"/>
              </a:ext>
            </a:extLst>
          </p:cNvPr>
          <p:cNvPicPr>
            <a:picLocks noChangeAspect="1"/>
          </p:cNvPicPr>
          <p:nvPr/>
        </p:nvPicPr>
        <p:blipFill rotWithShape="1">
          <a:blip r:embed="rId2" cstate="screen">
            <a:alphaModFix/>
            <a:extLst>
              <a:ext uri="{28A0092B-C50C-407E-A947-70E740481C1C}">
                <a14:useLocalDpi xmlns:a14="http://schemas.microsoft.com/office/drawing/2010/main"/>
              </a:ext>
            </a:extLst>
          </a:blip>
          <a:srcRect/>
          <a:stretch/>
        </p:blipFill>
        <p:spPr>
          <a:xfrm>
            <a:off x="5797543" y="10"/>
            <a:ext cx="6394152" cy="6857990"/>
          </a:xfrm>
          <a:prstGeom prst="rect">
            <a:avLst/>
          </a:prstGeom>
        </p:spPr>
      </p:pic>
      <p:pic>
        <p:nvPicPr>
          <p:cNvPr id="10" name="Picture 9">
            <a:extLst>
              <a:ext uri="{FF2B5EF4-FFF2-40B4-BE49-F238E27FC236}">
                <a16:creationId xmlns:a16="http://schemas.microsoft.com/office/drawing/2014/main" id="{54DDEBDD-D8BD-41A6-8A0D-B00E3768B0F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a:ext>
            </a:extLst>
          </a:blip>
          <a:stretch>
            <a:fillRect/>
          </a:stretch>
        </p:blipFill>
        <p:spPr>
          <a:xfrm flipH="1" flipV="1">
            <a:off x="0" y="0"/>
            <a:ext cx="12192000" cy="6858000"/>
          </a:xfrm>
          <a:prstGeom prst="rect">
            <a:avLst/>
          </a:prstGeom>
        </p:spPr>
      </p:pic>
      <p:sp>
        <p:nvSpPr>
          <p:cNvPr id="2" name="כותרת 1">
            <a:extLst>
              <a:ext uri="{FF2B5EF4-FFF2-40B4-BE49-F238E27FC236}">
                <a16:creationId xmlns:a16="http://schemas.microsoft.com/office/drawing/2014/main" id="{8CFD04DC-28C8-8944-98A2-D1B444715D8B}"/>
              </a:ext>
            </a:extLst>
          </p:cNvPr>
          <p:cNvSpPr>
            <a:spLocks noGrp="1"/>
          </p:cNvSpPr>
          <p:nvPr>
            <p:ph type="title"/>
          </p:nvPr>
        </p:nvSpPr>
        <p:spPr>
          <a:xfrm>
            <a:off x="804998" y="798445"/>
            <a:ext cx="4803636" cy="1311664"/>
          </a:xfrm>
        </p:spPr>
        <p:txBody>
          <a:bodyPr>
            <a:normAutofit/>
          </a:bodyPr>
          <a:lstStyle/>
          <a:p>
            <a:r>
              <a:rPr lang="he-IL" dirty="0">
                <a:solidFill>
                  <a:srgbClr val="000000"/>
                </a:solidFill>
              </a:rPr>
              <a:t>שלב ראשון – סרטוני אלברטו </a:t>
            </a:r>
            <a:r>
              <a:rPr lang="he-IL" dirty="0">
                <a:solidFill>
                  <a:srgbClr val="000000"/>
                </a:solidFill>
                <a:sym typeface="Wingdings" pitchFamily="2" charset="2"/>
              </a:rPr>
              <a:t></a:t>
            </a:r>
            <a:endParaRPr lang="he-IL" dirty="0">
              <a:solidFill>
                <a:srgbClr val="000000"/>
              </a:solidFill>
            </a:endParaRPr>
          </a:p>
        </p:txBody>
      </p:sp>
      <p:sp>
        <p:nvSpPr>
          <p:cNvPr id="3" name="מציין מיקום תוכן 2">
            <a:extLst>
              <a:ext uri="{FF2B5EF4-FFF2-40B4-BE49-F238E27FC236}">
                <a16:creationId xmlns:a16="http://schemas.microsoft.com/office/drawing/2014/main" id="{E6BC37FF-E897-0C4D-B270-A1CF2F350118}"/>
              </a:ext>
            </a:extLst>
          </p:cNvPr>
          <p:cNvSpPr>
            <a:spLocks noGrp="1"/>
          </p:cNvSpPr>
          <p:nvPr>
            <p:ph idx="1"/>
          </p:nvPr>
        </p:nvSpPr>
        <p:spPr>
          <a:xfrm>
            <a:off x="804997" y="2272143"/>
            <a:ext cx="4706803" cy="3788830"/>
          </a:xfrm>
        </p:spPr>
        <p:txBody>
          <a:bodyPr anchor="ctr">
            <a:normAutofit/>
          </a:bodyPr>
          <a:lstStyle/>
          <a:p>
            <a:r>
              <a:rPr lang="he-IL" sz="2000" dirty="0">
                <a:solidFill>
                  <a:srgbClr val="000000"/>
                </a:solidFill>
              </a:rPr>
              <a:t>נעזרנו מאוד בסרטוני לימוד שעלו באופן תדיר, בלייב, של חברת </a:t>
            </a:r>
            <a:r>
              <a:rPr lang="en-US" sz="2000" dirty="0">
                <a:solidFill>
                  <a:srgbClr val="000000"/>
                </a:solidFill>
              </a:rPr>
              <a:t>the construct</a:t>
            </a:r>
            <a:r>
              <a:rPr lang="he-IL" sz="2000" dirty="0">
                <a:solidFill>
                  <a:srgbClr val="000000"/>
                </a:solidFill>
              </a:rPr>
              <a:t> הספרדית. </a:t>
            </a:r>
          </a:p>
          <a:p>
            <a:r>
              <a:rPr lang="he-IL" sz="2000" dirty="0">
                <a:solidFill>
                  <a:srgbClr val="000000"/>
                </a:solidFill>
              </a:rPr>
              <a:t>הסרטונים הועברו בשידור חי מידי יום בשעה 8 בערב, למשך שלוש שעות.</a:t>
            </a:r>
          </a:p>
          <a:p>
            <a:r>
              <a:rPr lang="he-IL" sz="2000" dirty="0">
                <a:solidFill>
                  <a:srgbClr val="000000"/>
                </a:solidFill>
              </a:rPr>
              <a:t>ערכנו מפגשים קבוצתיים בהם צפינו בסרטונים ושאלנו את המרצה שאלות בלייב. </a:t>
            </a:r>
          </a:p>
          <a:p>
            <a:r>
              <a:rPr lang="he-IL" sz="2000" dirty="0">
                <a:solidFill>
                  <a:srgbClr val="000000"/>
                </a:solidFill>
              </a:rPr>
              <a:t>התנסינו פרקטית בכלים תוך כדי הצפייה. </a:t>
            </a:r>
          </a:p>
          <a:p>
            <a:r>
              <a:rPr lang="he-IL" sz="2000" dirty="0">
                <a:solidFill>
                  <a:srgbClr val="000000"/>
                </a:solidFill>
              </a:rPr>
              <a:t>במהלך הצפייה למדנו גם על כלים מתקדמים בסביבת לינוקס וגם על שימוש ב</a:t>
            </a:r>
            <a:r>
              <a:rPr lang="en-US" sz="2000" dirty="0">
                <a:solidFill>
                  <a:srgbClr val="000000"/>
                </a:solidFill>
              </a:rPr>
              <a:t>ROS</a:t>
            </a:r>
            <a:r>
              <a:rPr lang="he-IL" sz="2000" dirty="0">
                <a:solidFill>
                  <a:srgbClr val="000000"/>
                </a:solidFill>
              </a:rPr>
              <a:t> בצורה עמוקה  </a:t>
            </a:r>
          </a:p>
        </p:txBody>
      </p:sp>
    </p:spTree>
    <p:extLst>
      <p:ext uri="{BB962C8B-B14F-4D97-AF65-F5344CB8AC3E}">
        <p14:creationId xmlns:p14="http://schemas.microsoft.com/office/powerpoint/2010/main" val="311352910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36DD7745-1DA0-C342-B76F-9F2DE2ACABA2}"/>
              </a:ext>
            </a:extLst>
          </p:cNvPr>
          <p:cNvSpPr>
            <a:spLocks noGrp="1"/>
          </p:cNvSpPr>
          <p:nvPr>
            <p:ph type="title"/>
          </p:nvPr>
        </p:nvSpPr>
        <p:spPr/>
        <p:txBody>
          <a:bodyPr/>
          <a:lstStyle/>
          <a:p>
            <a:r>
              <a:rPr lang="he-IL" dirty="0"/>
              <a:t>שלב שני – התנסות מעשית עם כלים מורכבים בסביבה</a:t>
            </a:r>
          </a:p>
        </p:txBody>
      </p:sp>
      <p:pic>
        <p:nvPicPr>
          <p:cNvPr id="28" name="מציין מיקום תוכן 27" descr="תמונה שמכילה שולחן&#10;&#10;התיאור נוצר באופן אוטומטי">
            <a:extLst>
              <a:ext uri="{FF2B5EF4-FFF2-40B4-BE49-F238E27FC236}">
                <a16:creationId xmlns:a16="http://schemas.microsoft.com/office/drawing/2014/main" id="{0B329E59-68DF-FF4A-8555-ABE93B1BE597}"/>
              </a:ext>
            </a:extLst>
          </p:cNvPr>
          <p:cNvPicPr>
            <a:picLocks noGrp="1" noChangeAspect="1"/>
          </p:cNvPicPr>
          <p:nvPr>
            <p:ph idx="1"/>
          </p:nvPr>
        </p:nvPicPr>
        <p:blipFill>
          <a:blip r:embed="rId2"/>
          <a:stretch>
            <a:fillRect/>
          </a:stretch>
        </p:blipFill>
        <p:spPr>
          <a:xfrm rot="1787803">
            <a:off x="-2701504" y="2728691"/>
            <a:ext cx="10012235" cy="1877294"/>
          </a:xfrm>
        </p:spPr>
      </p:pic>
      <p:pic>
        <p:nvPicPr>
          <p:cNvPr id="30" name="תמונה 29" descr="תמונה שמכילה שלט, ישיבה, כחול&#10;&#10;התיאור נוצר באופן אוטומטי">
            <a:extLst>
              <a:ext uri="{FF2B5EF4-FFF2-40B4-BE49-F238E27FC236}">
                <a16:creationId xmlns:a16="http://schemas.microsoft.com/office/drawing/2014/main" id="{DD91B2C1-18E3-9D4B-9806-5473EA0BF697}"/>
              </a:ext>
            </a:extLst>
          </p:cNvPr>
          <p:cNvPicPr>
            <a:picLocks noChangeAspect="1"/>
          </p:cNvPicPr>
          <p:nvPr/>
        </p:nvPicPr>
        <p:blipFill>
          <a:blip r:embed="rId3"/>
          <a:stretch>
            <a:fillRect/>
          </a:stretch>
        </p:blipFill>
        <p:spPr>
          <a:xfrm>
            <a:off x="4893249" y="1552356"/>
            <a:ext cx="7298751" cy="3177688"/>
          </a:xfrm>
          <a:prstGeom prst="rect">
            <a:avLst/>
          </a:prstGeom>
        </p:spPr>
      </p:pic>
      <p:pic>
        <p:nvPicPr>
          <p:cNvPr id="32" name="תמונה 31">
            <a:extLst>
              <a:ext uri="{FF2B5EF4-FFF2-40B4-BE49-F238E27FC236}">
                <a16:creationId xmlns:a16="http://schemas.microsoft.com/office/drawing/2014/main" id="{7D4C97D2-3043-3149-A289-489BEDDAA666}"/>
              </a:ext>
            </a:extLst>
          </p:cNvPr>
          <p:cNvPicPr>
            <a:picLocks noChangeAspect="1"/>
          </p:cNvPicPr>
          <p:nvPr/>
        </p:nvPicPr>
        <p:blipFill>
          <a:blip r:embed="rId4"/>
          <a:stretch>
            <a:fillRect/>
          </a:stretch>
        </p:blipFill>
        <p:spPr>
          <a:xfrm>
            <a:off x="6581421" y="5024298"/>
            <a:ext cx="5479345" cy="1211420"/>
          </a:xfrm>
          <a:prstGeom prst="rect">
            <a:avLst/>
          </a:prstGeom>
        </p:spPr>
      </p:pic>
    </p:spTree>
    <p:extLst>
      <p:ext uri="{BB962C8B-B14F-4D97-AF65-F5344CB8AC3E}">
        <p14:creationId xmlns:p14="http://schemas.microsoft.com/office/powerpoint/2010/main" val="271513520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61798A59-F82D-764D-9080-9FBC5E0D08C1}"/>
              </a:ext>
            </a:extLst>
          </p:cNvPr>
          <p:cNvSpPr>
            <a:spLocks noGrp="1"/>
          </p:cNvSpPr>
          <p:nvPr>
            <p:ph type="title"/>
          </p:nvPr>
        </p:nvSpPr>
        <p:spPr/>
        <p:txBody>
          <a:bodyPr/>
          <a:lstStyle/>
          <a:p>
            <a:pPr algn="r" defTabSz="914400" rtl="0" eaLnBrk="1" latinLnBrk="0" hangingPunct="1">
              <a:lnSpc>
                <a:spcPct val="90000"/>
              </a:lnSpc>
              <a:spcBef>
                <a:spcPct val="0"/>
              </a:spcBef>
              <a:buNone/>
            </a:pPr>
            <a:r>
              <a:rPr lang="he-IL" dirty="0"/>
              <a:t>שלב שלישי – התנסות מעשית עם </a:t>
            </a:r>
            <a:r>
              <a:rPr lang="he-IL" dirty="0" err="1"/>
              <a:t>הרחפן</a:t>
            </a:r>
            <a:r>
              <a:rPr lang="he-IL" dirty="0"/>
              <a:t> והתממשקות אליו </a:t>
            </a:r>
          </a:p>
        </p:txBody>
      </p:sp>
      <p:sp>
        <p:nvSpPr>
          <p:cNvPr id="3" name="מציין מיקום תוכן 2">
            <a:extLst>
              <a:ext uri="{FF2B5EF4-FFF2-40B4-BE49-F238E27FC236}">
                <a16:creationId xmlns:a16="http://schemas.microsoft.com/office/drawing/2014/main" id="{416E26C3-8B6A-2A4B-9024-3C8C887928AF}"/>
              </a:ext>
            </a:extLst>
          </p:cNvPr>
          <p:cNvSpPr>
            <a:spLocks noGrp="1"/>
          </p:cNvSpPr>
          <p:nvPr>
            <p:ph idx="1"/>
          </p:nvPr>
        </p:nvSpPr>
        <p:spPr/>
        <p:txBody>
          <a:bodyPr/>
          <a:lstStyle/>
          <a:p>
            <a:pPr marL="228600" indent="-228600" algn="r" defTabSz="914400" eaLnBrk="1" latinLnBrk="0" hangingPunct="1">
              <a:lnSpc>
                <a:spcPct val="90000"/>
              </a:lnSpc>
              <a:spcBef>
                <a:spcPts val="1000"/>
              </a:spcBef>
              <a:buFont typeface="Arial" panose="020B0604020202020204" pitchFamily="34" charset="0"/>
              <a:buChar char="•"/>
            </a:pPr>
            <a:r>
              <a:rPr lang="he-IL" dirty="0"/>
              <a:t>חקרנו מספר ספריות שמצאנו ב</a:t>
            </a:r>
            <a:r>
              <a:rPr lang="en-US" dirty="0"/>
              <a:t>git hub</a:t>
            </a:r>
            <a:r>
              <a:rPr lang="he-IL" dirty="0"/>
              <a:t> וניסינו להניע את </a:t>
            </a:r>
            <a:r>
              <a:rPr lang="he-IL" dirty="0" err="1"/>
              <a:t>הרחפן</a:t>
            </a:r>
            <a:endParaRPr lang="en-US" dirty="0"/>
          </a:p>
        </p:txBody>
      </p:sp>
      <p:pic>
        <p:nvPicPr>
          <p:cNvPr id="4" name="תמונה 3">
            <a:extLst>
              <a:ext uri="{FF2B5EF4-FFF2-40B4-BE49-F238E27FC236}">
                <a16:creationId xmlns:a16="http://schemas.microsoft.com/office/drawing/2014/main" id="{DD62A11B-7975-504D-8049-591640556F13}"/>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394317" y="3323784"/>
            <a:ext cx="3534216" cy="3534216"/>
          </a:xfrm>
          <a:prstGeom prst="rect">
            <a:avLst/>
          </a:prstGeom>
        </p:spPr>
      </p:pic>
      <p:pic>
        <p:nvPicPr>
          <p:cNvPr id="5" name="תמונה 4">
            <a:extLst>
              <a:ext uri="{FF2B5EF4-FFF2-40B4-BE49-F238E27FC236}">
                <a16:creationId xmlns:a16="http://schemas.microsoft.com/office/drawing/2014/main" id="{C0B4A7EA-F689-8C45-819B-B1916D5A6AD0}"/>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118210" y="4001294"/>
            <a:ext cx="7679473" cy="2549585"/>
          </a:xfrm>
          <a:prstGeom prst="rect">
            <a:avLst/>
          </a:prstGeom>
        </p:spPr>
      </p:pic>
    </p:spTree>
    <p:extLst>
      <p:ext uri="{BB962C8B-B14F-4D97-AF65-F5344CB8AC3E}">
        <p14:creationId xmlns:p14="http://schemas.microsoft.com/office/powerpoint/2010/main" val="34069114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C44E83C9-EEFC-8A43-AFB2-C69A71B32799}"/>
              </a:ext>
            </a:extLst>
          </p:cNvPr>
          <p:cNvSpPr>
            <a:spLocks noGrp="1"/>
          </p:cNvSpPr>
          <p:nvPr>
            <p:ph type="title"/>
          </p:nvPr>
        </p:nvSpPr>
        <p:spPr>
          <a:xfrm>
            <a:off x="1530927" y="365125"/>
            <a:ext cx="10515600" cy="1325563"/>
          </a:xfrm>
        </p:spPr>
        <p:txBody>
          <a:bodyPr/>
          <a:lstStyle/>
          <a:p>
            <a:r>
              <a:rPr lang="he-IL" dirty="0"/>
              <a:t>תחילה, לא נחלנו הצלחה </a:t>
            </a:r>
            <a:r>
              <a:rPr lang="he-IL" dirty="0" err="1"/>
              <a:t>והרחפן</a:t>
            </a:r>
            <a:r>
              <a:rPr lang="he-IL" dirty="0"/>
              <a:t> לא הגיב לפקודותינו</a:t>
            </a:r>
          </a:p>
        </p:txBody>
      </p:sp>
      <p:pic>
        <p:nvPicPr>
          <p:cNvPr id="4" name="מציין מיקום תוכן 3">
            <a:extLst>
              <a:ext uri="{FF2B5EF4-FFF2-40B4-BE49-F238E27FC236}">
                <a16:creationId xmlns:a16="http://schemas.microsoft.com/office/drawing/2014/main" id="{0D2DB7A4-6C9E-2644-99BF-575C4454DE25}"/>
              </a:ext>
            </a:extLst>
          </p:cNvPr>
          <p:cNvPicPr>
            <a:picLocks noGrp="1" noChangeAspect="1"/>
          </p:cNvPicPr>
          <p:nvPr>
            <p:ph idx="1"/>
          </p:nvPr>
        </p:nvPicPr>
        <p:blipFill rotWithShape="1">
          <a:blip r:embed="rId2" cstate="screen">
            <a:extLst>
              <a:ext uri="{28A0092B-C50C-407E-A947-70E740481C1C}">
                <a14:useLocalDpi xmlns:a14="http://schemas.microsoft.com/office/drawing/2010/main"/>
              </a:ext>
            </a:extLst>
          </a:blip>
          <a:srcRect/>
          <a:stretch/>
        </p:blipFill>
        <p:spPr>
          <a:xfrm>
            <a:off x="643563" y="1668822"/>
            <a:ext cx="4597529" cy="4351338"/>
          </a:xfrm>
          <a:prstGeom prst="rect">
            <a:avLst/>
          </a:prstGeom>
        </p:spPr>
      </p:pic>
      <p:pic>
        <p:nvPicPr>
          <p:cNvPr id="6" name="תמונה 5" descr="תמונה שמכילה ישיבה, ספר, מד, שעון&#10;&#10;התיאור נוצר באופן אוטומטי">
            <a:extLst>
              <a:ext uri="{FF2B5EF4-FFF2-40B4-BE49-F238E27FC236}">
                <a16:creationId xmlns:a16="http://schemas.microsoft.com/office/drawing/2014/main" id="{355B8ED6-3C5F-AD40-802B-270C267AE4C4}"/>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rot="804035">
            <a:off x="4285705" y="1929823"/>
            <a:ext cx="5330409" cy="2998355"/>
          </a:xfrm>
          <a:prstGeom prst="rect">
            <a:avLst/>
          </a:prstGeom>
        </p:spPr>
      </p:pic>
      <p:pic>
        <p:nvPicPr>
          <p:cNvPr id="7" name="תמונה 6">
            <a:extLst>
              <a:ext uri="{FF2B5EF4-FFF2-40B4-BE49-F238E27FC236}">
                <a16:creationId xmlns:a16="http://schemas.microsoft.com/office/drawing/2014/main" id="{DC3243A0-6E8B-174A-BFBD-726E7B2DDD4C}"/>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7440124" y="3635373"/>
            <a:ext cx="4688151" cy="3063875"/>
          </a:xfrm>
          <a:prstGeom prst="rect">
            <a:avLst/>
          </a:prstGeom>
        </p:spPr>
      </p:pic>
    </p:spTree>
    <p:extLst>
      <p:ext uri="{BB962C8B-B14F-4D97-AF65-F5344CB8AC3E}">
        <p14:creationId xmlns:p14="http://schemas.microsoft.com/office/powerpoint/2010/main" val="3150429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8CAB0BE3-1D77-1B4B-8DA6-9F92004D6BB7}"/>
              </a:ext>
            </a:extLst>
          </p:cNvPr>
          <p:cNvSpPr>
            <a:spLocks noGrp="1"/>
          </p:cNvSpPr>
          <p:nvPr>
            <p:ph type="title"/>
          </p:nvPr>
        </p:nvSpPr>
        <p:spPr/>
        <p:txBody>
          <a:bodyPr/>
          <a:lstStyle/>
          <a:p>
            <a:r>
              <a:rPr lang="he-IL" dirty="0"/>
              <a:t>נדרשנו לשנות את הספריות בהן עשינו שימוש ו...</a:t>
            </a:r>
          </a:p>
        </p:txBody>
      </p:sp>
      <p:sp>
        <p:nvSpPr>
          <p:cNvPr id="3" name="מציין מיקום תוכן 2">
            <a:extLst>
              <a:ext uri="{FF2B5EF4-FFF2-40B4-BE49-F238E27FC236}">
                <a16:creationId xmlns:a16="http://schemas.microsoft.com/office/drawing/2014/main" id="{D8482587-9ED8-F540-BB70-12B41AA95CBB}"/>
              </a:ext>
            </a:extLst>
          </p:cNvPr>
          <p:cNvSpPr>
            <a:spLocks noGrp="1"/>
          </p:cNvSpPr>
          <p:nvPr>
            <p:ph idx="1"/>
          </p:nvPr>
        </p:nvSpPr>
        <p:spPr/>
        <p:txBody>
          <a:bodyPr/>
          <a:lstStyle/>
          <a:p>
            <a:r>
              <a:rPr lang="he-IL" dirty="0"/>
              <a:t>לשנות דברים בחבילה השולטת ברחפן</a:t>
            </a:r>
          </a:p>
          <a:p>
            <a:r>
              <a:rPr lang="he-IL" dirty="0"/>
              <a:t>לשנות דברים בספריות במחשב</a:t>
            </a:r>
          </a:p>
          <a:p>
            <a:r>
              <a:rPr lang="he-IL" dirty="0"/>
              <a:t>להתקין מחדש את מערכת ההפעלה</a:t>
            </a:r>
          </a:p>
          <a:p>
            <a:r>
              <a:rPr lang="he-IL" dirty="0"/>
              <a:t>לעדכן גרסאות....</a:t>
            </a:r>
          </a:p>
        </p:txBody>
      </p:sp>
      <p:pic>
        <p:nvPicPr>
          <p:cNvPr id="4" name="תמונה 3">
            <a:extLst>
              <a:ext uri="{FF2B5EF4-FFF2-40B4-BE49-F238E27FC236}">
                <a16:creationId xmlns:a16="http://schemas.microsoft.com/office/drawing/2014/main" id="{E3623383-31D9-9A40-879B-15DCD60C7B35}"/>
              </a:ext>
            </a:extLst>
          </p:cNvPr>
          <p:cNvPicPr>
            <a:picLocks noChangeAspect="1"/>
          </p:cNvPicPr>
          <p:nvPr/>
        </p:nvPicPr>
        <p:blipFill>
          <a:blip r:embed="rId2"/>
          <a:stretch>
            <a:fillRect/>
          </a:stretch>
        </p:blipFill>
        <p:spPr>
          <a:xfrm>
            <a:off x="116442" y="3350014"/>
            <a:ext cx="6433068" cy="3367309"/>
          </a:xfrm>
          <a:prstGeom prst="rect">
            <a:avLst/>
          </a:prstGeom>
        </p:spPr>
      </p:pic>
    </p:spTree>
    <p:extLst>
      <p:ext uri="{BB962C8B-B14F-4D97-AF65-F5344CB8AC3E}">
        <p14:creationId xmlns:p14="http://schemas.microsoft.com/office/powerpoint/2010/main" val="113713286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D859D93D-6900-3743-ADB5-9A598E07A529}"/>
              </a:ext>
            </a:extLst>
          </p:cNvPr>
          <p:cNvSpPr>
            <a:spLocks noGrp="1"/>
          </p:cNvSpPr>
          <p:nvPr>
            <p:ph type="title"/>
          </p:nvPr>
        </p:nvSpPr>
        <p:spPr/>
        <p:txBody>
          <a:bodyPr/>
          <a:lstStyle/>
          <a:p>
            <a:r>
              <a:rPr lang="he-IL" dirty="0"/>
              <a:t>לבסוף הצלחנו להניע את </a:t>
            </a:r>
            <a:r>
              <a:rPr lang="he-IL" dirty="0" err="1"/>
              <a:t>הרחפן</a:t>
            </a:r>
            <a:r>
              <a:rPr lang="he-IL" dirty="0"/>
              <a:t> ולהתממשק מולו</a:t>
            </a:r>
          </a:p>
        </p:txBody>
      </p:sp>
      <p:sp>
        <p:nvSpPr>
          <p:cNvPr id="3" name="מציין מיקום תוכן 2">
            <a:extLst>
              <a:ext uri="{FF2B5EF4-FFF2-40B4-BE49-F238E27FC236}">
                <a16:creationId xmlns:a16="http://schemas.microsoft.com/office/drawing/2014/main" id="{0D22545E-1312-AD43-BAEE-9E7B8A4D698C}"/>
              </a:ext>
            </a:extLst>
          </p:cNvPr>
          <p:cNvSpPr>
            <a:spLocks noGrp="1"/>
          </p:cNvSpPr>
          <p:nvPr>
            <p:ph idx="1"/>
          </p:nvPr>
        </p:nvSpPr>
        <p:spPr/>
        <p:txBody>
          <a:bodyPr/>
          <a:lstStyle/>
          <a:p>
            <a:r>
              <a:rPr lang="he-IL" dirty="0"/>
              <a:t>שמחתנו הייתה רבה</a:t>
            </a:r>
          </a:p>
          <a:p>
            <a:endParaRPr lang="he-IL" dirty="0"/>
          </a:p>
          <a:p>
            <a:r>
              <a:rPr lang="he-IL" dirty="0"/>
              <a:t>כעת יכולנו להתחיל בעבודתנו </a:t>
            </a:r>
          </a:p>
        </p:txBody>
      </p:sp>
      <p:pic>
        <p:nvPicPr>
          <p:cNvPr id="5" name="תמונה 4">
            <a:extLst>
              <a:ext uri="{FF2B5EF4-FFF2-40B4-BE49-F238E27FC236}">
                <a16:creationId xmlns:a16="http://schemas.microsoft.com/office/drawing/2014/main" id="{12CF3B43-0FAA-B448-BCCB-195BB810EF06}"/>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6360822" y="3533088"/>
            <a:ext cx="5215400" cy="3127203"/>
          </a:xfrm>
          <a:prstGeom prst="rect">
            <a:avLst/>
          </a:prstGeom>
        </p:spPr>
      </p:pic>
      <p:pic>
        <p:nvPicPr>
          <p:cNvPr id="11" name="תמונה 10" descr="תמונה שמכילה צילום מסך&#10;&#10;התיאור נוצר באופן אוטומטי">
            <a:extLst>
              <a:ext uri="{FF2B5EF4-FFF2-40B4-BE49-F238E27FC236}">
                <a16:creationId xmlns:a16="http://schemas.microsoft.com/office/drawing/2014/main" id="{637457FC-D03F-654F-879F-42C525F7B037}"/>
              </a:ext>
            </a:extLst>
          </p:cNvPr>
          <p:cNvPicPr>
            <a:picLocks noChangeAspect="1"/>
          </p:cNvPicPr>
          <p:nvPr/>
        </p:nvPicPr>
        <p:blipFill>
          <a:blip r:embed="rId3"/>
          <a:stretch>
            <a:fillRect/>
          </a:stretch>
        </p:blipFill>
        <p:spPr>
          <a:xfrm rot="1623756">
            <a:off x="-238039" y="3242814"/>
            <a:ext cx="6931472" cy="2156458"/>
          </a:xfrm>
          <a:prstGeom prst="rect">
            <a:avLst/>
          </a:prstGeom>
        </p:spPr>
      </p:pic>
    </p:spTree>
    <p:extLst>
      <p:ext uri="{BB962C8B-B14F-4D97-AF65-F5344CB8AC3E}">
        <p14:creationId xmlns:p14="http://schemas.microsoft.com/office/powerpoint/2010/main" val="391804173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13A65287-3DCF-A446-9416-61C0DCD0E24C}"/>
              </a:ext>
            </a:extLst>
          </p:cNvPr>
          <p:cNvSpPr>
            <a:spLocks noGrp="1"/>
          </p:cNvSpPr>
          <p:nvPr>
            <p:ph type="title"/>
          </p:nvPr>
        </p:nvSpPr>
        <p:spPr/>
        <p:txBody>
          <a:bodyPr/>
          <a:lstStyle/>
          <a:p>
            <a:pPr algn="r" defTabSz="914400" rtl="0" eaLnBrk="1" latinLnBrk="0" hangingPunct="1">
              <a:lnSpc>
                <a:spcPct val="90000"/>
              </a:lnSpc>
              <a:spcBef>
                <a:spcPct val="0"/>
              </a:spcBef>
              <a:buNone/>
            </a:pPr>
            <a:r>
              <a:rPr lang="he-IL" dirty="0"/>
              <a:t>שלב רביעי – דיון קבוצתי בהיבטים האלגוריתמיים</a:t>
            </a:r>
          </a:p>
        </p:txBody>
      </p:sp>
      <p:sp>
        <p:nvSpPr>
          <p:cNvPr id="3" name="מציין מיקום תוכן 2">
            <a:extLst>
              <a:ext uri="{FF2B5EF4-FFF2-40B4-BE49-F238E27FC236}">
                <a16:creationId xmlns:a16="http://schemas.microsoft.com/office/drawing/2014/main" id="{22D1D055-0E7D-3F45-86CB-B5C84A5E13E7}"/>
              </a:ext>
            </a:extLst>
          </p:cNvPr>
          <p:cNvSpPr>
            <a:spLocks noGrp="1"/>
          </p:cNvSpPr>
          <p:nvPr>
            <p:ph idx="1"/>
          </p:nvPr>
        </p:nvSpPr>
        <p:spPr/>
        <p:txBody>
          <a:bodyPr/>
          <a:lstStyle/>
          <a:p>
            <a:pPr marL="228600" indent="-228600" algn="r" defTabSz="914400" rtl="1" eaLnBrk="1" latinLnBrk="0" hangingPunct="1">
              <a:lnSpc>
                <a:spcPct val="90000"/>
              </a:lnSpc>
              <a:spcBef>
                <a:spcPts val="1000"/>
              </a:spcBef>
              <a:buFont typeface="Arial" panose="020B0604020202020204" pitchFamily="34" charset="0"/>
              <a:buChar char="•"/>
            </a:pPr>
            <a:r>
              <a:rPr lang="he-IL" dirty="0"/>
              <a:t>ערכנו פגישות קבוצתיות בהן דנו על ההיבטים האלגוריתמים של הפרויקט, טרם שהתחלנו לכתוב קוד </a:t>
            </a:r>
            <a:endParaRPr lang="en-US" dirty="0"/>
          </a:p>
          <a:p>
            <a:pPr marL="228600" indent="-228600" algn="r" defTabSz="914400" rtl="1" eaLnBrk="1" latinLnBrk="0" hangingPunct="1">
              <a:lnSpc>
                <a:spcPct val="90000"/>
              </a:lnSpc>
              <a:spcBef>
                <a:spcPts val="1000"/>
              </a:spcBef>
              <a:buFont typeface="Arial" panose="020B0604020202020204" pitchFamily="34" charset="0"/>
              <a:buChar char="•"/>
            </a:pPr>
            <a:r>
              <a:rPr lang="he-IL" dirty="0"/>
              <a:t>ביצענו חישובים יחדיו, על נייר, ודנו במטרות העבודה</a:t>
            </a:r>
          </a:p>
        </p:txBody>
      </p:sp>
      <p:pic>
        <p:nvPicPr>
          <p:cNvPr id="4" name="תמונה 3">
            <a:extLst>
              <a:ext uri="{FF2B5EF4-FFF2-40B4-BE49-F238E27FC236}">
                <a16:creationId xmlns:a16="http://schemas.microsoft.com/office/drawing/2014/main" id="{F7BC5A7A-180E-AF4C-A8BA-FC062AD7A04B}"/>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rot="443319">
            <a:off x="1323644" y="3061098"/>
            <a:ext cx="4626815" cy="3301507"/>
          </a:xfrm>
          <a:prstGeom prst="rect">
            <a:avLst/>
          </a:prstGeom>
        </p:spPr>
      </p:pic>
      <p:pic>
        <p:nvPicPr>
          <p:cNvPr id="5" name="תמונה 4">
            <a:extLst>
              <a:ext uri="{FF2B5EF4-FFF2-40B4-BE49-F238E27FC236}">
                <a16:creationId xmlns:a16="http://schemas.microsoft.com/office/drawing/2014/main" id="{968262F9-6BB0-ED47-9C04-906FF5AAA8D2}"/>
              </a:ext>
            </a:extLst>
          </p:cNvPr>
          <p:cNvPicPr>
            <a:picLocks noChangeAspect="1"/>
          </p:cNvPicPr>
          <p:nvPr/>
        </p:nvPicPr>
        <p:blipFill>
          <a:blip r:embed="rId3"/>
          <a:stretch>
            <a:fillRect/>
          </a:stretch>
        </p:blipFill>
        <p:spPr>
          <a:xfrm>
            <a:off x="6435903" y="3153901"/>
            <a:ext cx="5080000" cy="3492500"/>
          </a:xfrm>
          <a:prstGeom prst="rect">
            <a:avLst/>
          </a:prstGeom>
        </p:spPr>
      </p:pic>
    </p:spTree>
    <p:extLst>
      <p:ext uri="{BB962C8B-B14F-4D97-AF65-F5344CB8AC3E}">
        <p14:creationId xmlns:p14="http://schemas.microsoft.com/office/powerpoint/2010/main" val="395409695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ED8D85A5-9309-6B42-BA6E-4211D5EA5883}"/>
              </a:ext>
            </a:extLst>
          </p:cNvPr>
          <p:cNvSpPr>
            <a:spLocks noGrp="1"/>
          </p:cNvSpPr>
          <p:nvPr>
            <p:ph type="title"/>
          </p:nvPr>
        </p:nvSpPr>
        <p:spPr/>
        <p:txBody>
          <a:bodyPr/>
          <a:lstStyle/>
          <a:p>
            <a:r>
              <a:rPr lang="he-IL" dirty="0"/>
              <a:t>שלב חמישי – הנעת </a:t>
            </a:r>
            <a:r>
              <a:rPr lang="he-IL" dirty="0" err="1"/>
              <a:t>הרחפן</a:t>
            </a:r>
            <a:r>
              <a:rPr lang="he-IL" dirty="0"/>
              <a:t> לעבר התגים</a:t>
            </a:r>
          </a:p>
        </p:txBody>
      </p:sp>
      <p:sp>
        <p:nvSpPr>
          <p:cNvPr id="3" name="מציין מיקום תוכן 2">
            <a:extLst>
              <a:ext uri="{FF2B5EF4-FFF2-40B4-BE49-F238E27FC236}">
                <a16:creationId xmlns:a16="http://schemas.microsoft.com/office/drawing/2014/main" id="{444DAC59-01CA-444F-8741-D0CF19735E87}"/>
              </a:ext>
            </a:extLst>
          </p:cNvPr>
          <p:cNvSpPr>
            <a:spLocks noGrp="1"/>
          </p:cNvSpPr>
          <p:nvPr>
            <p:ph idx="1"/>
          </p:nvPr>
        </p:nvSpPr>
        <p:spPr/>
        <p:txBody>
          <a:bodyPr>
            <a:normAutofit lnSpcReduction="10000"/>
          </a:bodyPr>
          <a:lstStyle/>
          <a:p>
            <a:r>
              <a:rPr lang="he-IL" dirty="0"/>
              <a:t>המטרה הראשונה שלנו הייתה לגרום </a:t>
            </a:r>
            <a:r>
              <a:rPr lang="he-IL" dirty="0" err="1"/>
              <a:t>לרחפן</a:t>
            </a:r>
            <a:r>
              <a:rPr lang="he-IL" dirty="0"/>
              <a:t> להתקרב לתגים בעת שהוא מבחין בהם ולעצור מולם. </a:t>
            </a:r>
          </a:p>
          <a:p>
            <a:endParaRPr lang="he-IL" dirty="0"/>
          </a:p>
          <a:p>
            <a:r>
              <a:rPr lang="he-IL" dirty="0"/>
              <a:t>נתקלנו במספר אתגרים: </a:t>
            </a:r>
          </a:p>
          <a:p>
            <a:pPr>
              <a:buFont typeface="Wingdings" pitchFamily="2" charset="2"/>
              <a:buChar char="v"/>
            </a:pPr>
            <a:r>
              <a:rPr lang="he-IL" dirty="0"/>
              <a:t>שינוי המהירות באופן דינאמי</a:t>
            </a:r>
          </a:p>
          <a:p>
            <a:pPr>
              <a:buFont typeface="Wingdings" pitchFamily="2" charset="2"/>
              <a:buChar char="v"/>
            </a:pPr>
            <a:r>
              <a:rPr lang="he-IL" dirty="0"/>
              <a:t>אינטגרציה עם מהירויות בכיוונים שונים</a:t>
            </a:r>
          </a:p>
          <a:p>
            <a:pPr>
              <a:buFont typeface="Wingdings" pitchFamily="2" charset="2"/>
              <a:buChar char="v"/>
            </a:pPr>
            <a:r>
              <a:rPr lang="he-IL" dirty="0"/>
              <a:t>עצירה בנקודה האופטימלית</a:t>
            </a:r>
          </a:p>
          <a:p>
            <a:pPr>
              <a:buFont typeface="Wingdings" pitchFamily="2" charset="2"/>
              <a:buChar char="v"/>
            </a:pPr>
            <a:r>
              <a:rPr lang="he-IL" dirty="0"/>
              <a:t>איזון המהירויות להגעה מהירה</a:t>
            </a:r>
          </a:p>
          <a:p>
            <a:pPr>
              <a:buFont typeface="Wingdings" pitchFamily="2" charset="2"/>
              <a:buChar char="v"/>
            </a:pPr>
            <a:r>
              <a:rPr lang="he-IL" dirty="0"/>
              <a:t>עצירה חלקה</a:t>
            </a:r>
          </a:p>
        </p:txBody>
      </p:sp>
      <p:pic>
        <p:nvPicPr>
          <p:cNvPr id="5" name="תמונה 4">
            <a:extLst>
              <a:ext uri="{FF2B5EF4-FFF2-40B4-BE49-F238E27FC236}">
                <a16:creationId xmlns:a16="http://schemas.microsoft.com/office/drawing/2014/main" id="{2A928CE0-063E-944B-A936-D6216EDD46DD}"/>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200490" y="98855"/>
            <a:ext cx="2369715" cy="1714134"/>
          </a:xfrm>
          <a:prstGeom prst="rect">
            <a:avLst/>
          </a:prstGeom>
        </p:spPr>
      </p:pic>
    </p:spTree>
    <p:extLst>
      <p:ext uri="{BB962C8B-B14F-4D97-AF65-F5344CB8AC3E}">
        <p14:creationId xmlns:p14="http://schemas.microsoft.com/office/powerpoint/2010/main" val="328922418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01CC55D-ED54-4C5C-95E6-10947BD110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כותרת 1">
            <a:extLst>
              <a:ext uri="{FF2B5EF4-FFF2-40B4-BE49-F238E27FC236}">
                <a16:creationId xmlns:a16="http://schemas.microsoft.com/office/drawing/2014/main" id="{B73BB322-1A1B-1346-B69E-D9C6FF39CBCC}"/>
              </a:ext>
            </a:extLst>
          </p:cNvPr>
          <p:cNvSpPr>
            <a:spLocks noGrp="1"/>
          </p:cNvSpPr>
          <p:nvPr>
            <p:ph type="title"/>
          </p:nvPr>
        </p:nvSpPr>
        <p:spPr>
          <a:xfrm>
            <a:off x="589560" y="856180"/>
            <a:ext cx="4560584" cy="1128068"/>
          </a:xfrm>
        </p:spPr>
        <p:txBody>
          <a:bodyPr vert="horz" lIns="91440" tIns="45720" rIns="91440" bIns="45720" rtlCol="0" anchor="ctr">
            <a:normAutofit/>
          </a:bodyPr>
          <a:lstStyle/>
          <a:p>
            <a:pPr algn="l" rtl="0"/>
            <a:r>
              <a:rPr lang="en-US" sz="3700"/>
              <a:t>שלב שביעי – תכנון התנועה בחדר </a:t>
            </a:r>
          </a:p>
        </p:txBody>
      </p:sp>
      <p:grpSp>
        <p:nvGrpSpPr>
          <p:cNvPr id="12" name="Group 11">
            <a:extLst>
              <a:ext uri="{FF2B5EF4-FFF2-40B4-BE49-F238E27FC236}">
                <a16:creationId xmlns:a16="http://schemas.microsoft.com/office/drawing/2014/main" id="{1DE889C7-FAD6-4397-98E2-05D50348445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083484"/>
            <a:ext cx="355196" cy="673460"/>
            <a:chOff x="0" y="823811"/>
            <a:chExt cx="355196" cy="673460"/>
          </a:xfrm>
        </p:grpSpPr>
        <p:sp>
          <p:nvSpPr>
            <p:cNvPr id="13" name="Rectangle 12">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6" name="Rectangle 15">
            <a:extLst>
              <a:ext uri="{FF2B5EF4-FFF2-40B4-BE49-F238E27FC236}">
                <a16:creationId xmlns:a16="http://schemas.microsoft.com/office/drawing/2014/main" id="{3873B707-463F-40B0-8227-E8CC6C67EB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65085" y="2090569"/>
            <a:ext cx="429768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תיבת טקסט 4">
            <a:extLst>
              <a:ext uri="{FF2B5EF4-FFF2-40B4-BE49-F238E27FC236}">
                <a16:creationId xmlns:a16="http://schemas.microsoft.com/office/drawing/2014/main" id="{0CCD9EF6-7114-9A4B-8757-172C364D307E}"/>
              </a:ext>
            </a:extLst>
          </p:cNvPr>
          <p:cNvSpPr txBox="1"/>
          <p:nvPr/>
        </p:nvSpPr>
        <p:spPr>
          <a:xfrm>
            <a:off x="590719" y="2330505"/>
            <a:ext cx="4559425" cy="3979585"/>
          </a:xfrm>
          <a:prstGeom prst="rect">
            <a:avLst/>
          </a:prstGeom>
        </p:spPr>
        <p:txBody>
          <a:bodyPr vert="horz" lIns="91440" tIns="45720" rIns="91440" bIns="45720" rtlCol="0" anchor="ctr">
            <a:normAutofit/>
          </a:bodyPr>
          <a:lstStyle/>
          <a:p>
            <a:pPr marL="285750" indent="-228600">
              <a:lnSpc>
                <a:spcPct val="90000"/>
              </a:lnSpc>
              <a:spcAft>
                <a:spcPts val="600"/>
              </a:spcAft>
              <a:buFont typeface="Arial" panose="020B0604020202020204" pitchFamily="34" charset="0"/>
              <a:buChar char="•"/>
            </a:pPr>
            <a:r>
              <a:rPr lang="en-US" sz="2000" dirty="0" err="1"/>
              <a:t>לאחר</a:t>
            </a:r>
            <a:r>
              <a:rPr lang="en-US" sz="2000" dirty="0"/>
              <a:t> </a:t>
            </a:r>
            <a:r>
              <a:rPr lang="en-US" sz="2000" dirty="0" err="1"/>
              <a:t>שהצלחנו</a:t>
            </a:r>
            <a:r>
              <a:rPr lang="en-US" sz="2000" dirty="0"/>
              <a:t> </a:t>
            </a:r>
            <a:r>
              <a:rPr lang="en-US" sz="2000" dirty="0" err="1"/>
              <a:t>לגרום</a:t>
            </a:r>
            <a:r>
              <a:rPr lang="en-US" sz="2000" dirty="0"/>
              <a:t> </a:t>
            </a:r>
            <a:r>
              <a:rPr lang="en-US" sz="2000" dirty="0" err="1"/>
              <a:t>לרחפן</a:t>
            </a:r>
            <a:r>
              <a:rPr lang="en-US" sz="2000" dirty="0"/>
              <a:t> </a:t>
            </a:r>
            <a:r>
              <a:rPr lang="en-US" sz="2000" dirty="0" err="1"/>
              <a:t>לנוע</a:t>
            </a:r>
            <a:r>
              <a:rPr lang="en-US" sz="2000" dirty="0"/>
              <a:t> </a:t>
            </a:r>
            <a:r>
              <a:rPr lang="en-US" sz="2000" dirty="0" err="1"/>
              <a:t>כלפי</a:t>
            </a:r>
            <a:r>
              <a:rPr lang="en-US" sz="2000" dirty="0"/>
              <a:t> </a:t>
            </a:r>
            <a:r>
              <a:rPr lang="en-US" sz="2000" dirty="0" err="1"/>
              <a:t>תג</a:t>
            </a:r>
            <a:r>
              <a:rPr lang="en-US" sz="2000" dirty="0"/>
              <a:t> </a:t>
            </a:r>
            <a:r>
              <a:rPr lang="en-US" sz="2000" dirty="0" err="1"/>
              <a:t>יחיד</a:t>
            </a:r>
            <a:r>
              <a:rPr lang="en-US" sz="2000" dirty="0"/>
              <a:t>, </a:t>
            </a:r>
            <a:r>
              <a:rPr lang="en-US" sz="2000" dirty="0" err="1"/>
              <a:t>נדרשנו</a:t>
            </a:r>
            <a:r>
              <a:rPr lang="en-US" sz="2000" dirty="0"/>
              <a:t> </a:t>
            </a:r>
            <a:r>
              <a:rPr lang="en-US" sz="2000" dirty="0" err="1"/>
              <a:t>לתכנן</a:t>
            </a:r>
            <a:r>
              <a:rPr lang="en-US" sz="2000" dirty="0"/>
              <a:t> </a:t>
            </a:r>
            <a:r>
              <a:rPr lang="en-US" sz="2000" dirty="0" err="1"/>
              <a:t>כיצד</a:t>
            </a:r>
            <a:r>
              <a:rPr lang="en-US" sz="2000" dirty="0"/>
              <a:t> </a:t>
            </a:r>
            <a:r>
              <a:rPr lang="en-US" sz="2000" dirty="0" err="1"/>
              <a:t>הוא</a:t>
            </a:r>
            <a:r>
              <a:rPr lang="en-US" sz="2000" dirty="0"/>
              <a:t> </a:t>
            </a:r>
            <a:r>
              <a:rPr lang="en-US" sz="2000" dirty="0" err="1"/>
              <a:t>ינוע</a:t>
            </a:r>
            <a:r>
              <a:rPr lang="en-US" sz="2000" dirty="0"/>
              <a:t> </a:t>
            </a:r>
            <a:r>
              <a:rPr lang="en-US" sz="2000" dirty="0" err="1"/>
              <a:t>כלפי</a:t>
            </a:r>
            <a:r>
              <a:rPr lang="en-US" sz="2000" dirty="0"/>
              <a:t> </a:t>
            </a:r>
            <a:r>
              <a:rPr lang="en-US" sz="2000" dirty="0" err="1"/>
              <a:t>מספר</a:t>
            </a:r>
            <a:r>
              <a:rPr lang="en-US" sz="2000" dirty="0"/>
              <a:t> </a:t>
            </a:r>
            <a:r>
              <a:rPr lang="en-US" sz="2000" dirty="0" err="1"/>
              <a:t>תגים</a:t>
            </a:r>
            <a:r>
              <a:rPr lang="en-US" sz="2000" dirty="0"/>
              <a:t>. </a:t>
            </a:r>
          </a:p>
          <a:p>
            <a:pPr marL="285750" indent="-228600" algn="r">
              <a:lnSpc>
                <a:spcPct val="90000"/>
              </a:lnSpc>
              <a:spcAft>
                <a:spcPts val="600"/>
              </a:spcAft>
              <a:buFont typeface="Arial" panose="020B0604020202020204" pitchFamily="34" charset="0"/>
              <a:buChar char="•"/>
            </a:pPr>
            <a:r>
              <a:rPr lang="en-US" sz="2000" dirty="0" err="1"/>
              <a:t>כאשר</a:t>
            </a:r>
            <a:r>
              <a:rPr lang="en-US" sz="2000" dirty="0"/>
              <a:t> </a:t>
            </a:r>
            <a:r>
              <a:rPr lang="en-US" sz="2000" dirty="0" err="1"/>
              <a:t>הרחפן</a:t>
            </a:r>
            <a:r>
              <a:rPr lang="en-US" sz="2000" dirty="0"/>
              <a:t> </a:t>
            </a:r>
            <a:r>
              <a:rPr lang="en-US" sz="2000" dirty="0" err="1"/>
              <a:t>מגיע</a:t>
            </a:r>
            <a:r>
              <a:rPr lang="en-US" sz="2000" dirty="0"/>
              <a:t> </a:t>
            </a:r>
            <a:r>
              <a:rPr lang="en-US" sz="2000" dirty="0" err="1"/>
              <a:t>לתג</a:t>
            </a:r>
            <a:r>
              <a:rPr lang="en-US" sz="2000" dirty="0"/>
              <a:t>, </a:t>
            </a:r>
            <a:r>
              <a:rPr lang="en-US" sz="2000" dirty="0" err="1"/>
              <a:t>הוא</a:t>
            </a:r>
            <a:r>
              <a:rPr lang="en-US" sz="2000" dirty="0"/>
              <a:t> </a:t>
            </a:r>
            <a:r>
              <a:rPr lang="en-US" sz="2000" dirty="0" err="1"/>
              <a:t>נע</a:t>
            </a:r>
            <a:r>
              <a:rPr lang="en-US" sz="2000" dirty="0"/>
              <a:t> </a:t>
            </a:r>
            <a:r>
              <a:rPr lang="en-US" sz="2000" dirty="0" err="1"/>
              <a:t>בסיבוב</a:t>
            </a:r>
            <a:r>
              <a:rPr lang="en-US" sz="2000" dirty="0"/>
              <a:t> </a:t>
            </a:r>
            <a:r>
              <a:rPr lang="en-US" sz="2000" dirty="0" err="1"/>
              <a:t>ומחפש</a:t>
            </a:r>
            <a:r>
              <a:rPr lang="en-US" sz="2000" dirty="0"/>
              <a:t> </a:t>
            </a:r>
            <a:r>
              <a:rPr lang="en-US" sz="2000" dirty="0" err="1"/>
              <a:t>את</a:t>
            </a:r>
            <a:r>
              <a:rPr lang="en-US" sz="2000" dirty="0"/>
              <a:t> </a:t>
            </a:r>
            <a:r>
              <a:rPr lang="en-US" sz="2000" dirty="0" err="1"/>
              <a:t>התג</a:t>
            </a:r>
            <a:r>
              <a:rPr lang="en-US" sz="2000" dirty="0"/>
              <a:t> </a:t>
            </a:r>
            <a:r>
              <a:rPr lang="en-US" sz="2000" dirty="0" err="1"/>
              <a:t>הבא</a:t>
            </a:r>
            <a:endParaRPr lang="en-US" sz="2000" dirty="0"/>
          </a:p>
          <a:p>
            <a:pPr marL="285750" indent="-228600" algn="r">
              <a:lnSpc>
                <a:spcPct val="90000"/>
              </a:lnSpc>
              <a:spcAft>
                <a:spcPts val="600"/>
              </a:spcAft>
              <a:buFont typeface="Arial" panose="020B0604020202020204" pitchFamily="34" charset="0"/>
              <a:buChar char="•"/>
            </a:pPr>
            <a:r>
              <a:rPr lang="en-US" sz="2000" dirty="0" err="1"/>
              <a:t>ברגע</a:t>
            </a:r>
            <a:r>
              <a:rPr lang="en-US" sz="2000" dirty="0"/>
              <a:t> </a:t>
            </a:r>
            <a:r>
              <a:rPr lang="en-US" sz="2000" dirty="0" err="1"/>
              <a:t>שהתג</a:t>
            </a:r>
            <a:r>
              <a:rPr lang="en-US" sz="2000" dirty="0"/>
              <a:t> </a:t>
            </a:r>
            <a:r>
              <a:rPr lang="en-US" sz="2000" dirty="0" err="1"/>
              <a:t>הבא</a:t>
            </a:r>
            <a:r>
              <a:rPr lang="en-US" sz="2000" dirty="0"/>
              <a:t> </a:t>
            </a:r>
            <a:r>
              <a:rPr lang="en-US" sz="2000" dirty="0" err="1"/>
              <a:t>נמצא</a:t>
            </a:r>
            <a:r>
              <a:rPr lang="en-US" sz="2000" dirty="0"/>
              <a:t>, </a:t>
            </a:r>
            <a:r>
              <a:rPr lang="en-US" sz="2000" dirty="0" err="1"/>
              <a:t>הרחפן</a:t>
            </a:r>
            <a:r>
              <a:rPr lang="en-US" sz="2000" dirty="0"/>
              <a:t> </a:t>
            </a:r>
            <a:r>
              <a:rPr lang="en-US" sz="2000" dirty="0" err="1"/>
              <a:t>נע</a:t>
            </a:r>
            <a:r>
              <a:rPr lang="en-US" sz="2000" dirty="0"/>
              <a:t> </a:t>
            </a:r>
            <a:r>
              <a:rPr lang="en-US" sz="2000" dirty="0" err="1"/>
              <a:t>אליו</a:t>
            </a:r>
            <a:r>
              <a:rPr lang="en-US" sz="2000" dirty="0"/>
              <a:t> </a:t>
            </a:r>
          </a:p>
          <a:p>
            <a:pPr marL="285750" indent="-228600" algn="r">
              <a:lnSpc>
                <a:spcPct val="90000"/>
              </a:lnSpc>
              <a:spcAft>
                <a:spcPts val="600"/>
              </a:spcAft>
              <a:buFont typeface="Arial" panose="020B0604020202020204" pitchFamily="34" charset="0"/>
              <a:buChar char="•"/>
            </a:pPr>
            <a:r>
              <a:rPr lang="en-US" sz="2000" dirty="0" err="1"/>
              <a:t>אותן</a:t>
            </a:r>
            <a:r>
              <a:rPr lang="en-US" sz="2000" dirty="0"/>
              <a:t> </a:t>
            </a:r>
            <a:r>
              <a:rPr lang="en-US" sz="2000" dirty="0" err="1"/>
              <a:t>פעולות</a:t>
            </a:r>
            <a:r>
              <a:rPr lang="en-US" sz="2000" dirty="0"/>
              <a:t> </a:t>
            </a:r>
            <a:r>
              <a:rPr lang="en-US" sz="2000" dirty="0" err="1"/>
              <a:t>שתוארו</a:t>
            </a:r>
            <a:r>
              <a:rPr lang="en-US" sz="2000" dirty="0"/>
              <a:t> </a:t>
            </a:r>
            <a:r>
              <a:rPr lang="en-US" sz="2000" dirty="0" err="1"/>
              <a:t>מתבצעות</a:t>
            </a:r>
            <a:r>
              <a:rPr lang="en-US" sz="2000" dirty="0"/>
              <a:t> </a:t>
            </a:r>
            <a:r>
              <a:rPr lang="en-US" sz="2000" dirty="0" err="1"/>
              <a:t>בשנית</a:t>
            </a:r>
            <a:r>
              <a:rPr lang="en-US" sz="2000" dirty="0"/>
              <a:t> </a:t>
            </a:r>
          </a:p>
        </p:txBody>
      </p:sp>
      <p:sp>
        <p:nvSpPr>
          <p:cNvPr id="18" name="Rectangle 17">
            <a:extLst>
              <a:ext uri="{FF2B5EF4-FFF2-40B4-BE49-F238E27FC236}">
                <a16:creationId xmlns:a16="http://schemas.microsoft.com/office/drawing/2014/main" id="{C13237C8-E62C-4F0D-A318-BD6FB6C2D1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810" y="513853"/>
            <a:ext cx="6009366" cy="583457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תמונה 3" descr="תמונה שמכילה אווירון, מעופף, אוויר, מטוס&#10;&#10;התיאור נוצר באופן אוטומטי">
            <a:extLst>
              <a:ext uri="{FF2B5EF4-FFF2-40B4-BE49-F238E27FC236}">
                <a16:creationId xmlns:a16="http://schemas.microsoft.com/office/drawing/2014/main" id="{49E59969-FA47-C049-AA95-AE7EA5AA871C}"/>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5977788" y="799352"/>
            <a:ext cx="5425410" cy="5259296"/>
          </a:xfrm>
          <a:prstGeom prst="rect">
            <a:avLst/>
          </a:prstGeom>
        </p:spPr>
      </p:pic>
    </p:spTree>
    <p:extLst>
      <p:ext uri="{BB962C8B-B14F-4D97-AF65-F5344CB8AC3E}">
        <p14:creationId xmlns:p14="http://schemas.microsoft.com/office/powerpoint/2010/main" val="328511988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FA67CD3-AB4E-4A7A-BEB8-53C445D8C4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3726"/>
            <a:ext cx="5614875" cy="6858000"/>
          </a:xfrm>
          <a:prstGeom prst="rect">
            <a:avLst/>
          </a:prstGeom>
          <a:gradFill>
            <a:gsLst>
              <a:gs pos="0">
                <a:schemeClr val="accent1">
                  <a:lumMod val="100000"/>
                  <a:alpha val="82000"/>
                </a:schemeClr>
              </a:gs>
              <a:gs pos="25000">
                <a:schemeClr val="accent1">
                  <a:alpha val="60000"/>
                </a:schemeClr>
              </a:gs>
              <a:gs pos="94000">
                <a:schemeClr val="bg2">
                  <a:lumMod val="75000"/>
                </a:schemeClr>
              </a:gs>
              <a:gs pos="100000">
                <a:schemeClr val="bg2">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07CF545F-9C2E-4446-97CD-AD92990C2B6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 name="כותרת 1">
            <a:extLst>
              <a:ext uri="{FF2B5EF4-FFF2-40B4-BE49-F238E27FC236}">
                <a16:creationId xmlns:a16="http://schemas.microsoft.com/office/drawing/2014/main" id="{35065ED8-44E6-AE42-A555-50126FFFA274}"/>
              </a:ext>
            </a:extLst>
          </p:cNvPr>
          <p:cNvSpPr>
            <a:spLocks noGrp="1"/>
          </p:cNvSpPr>
          <p:nvPr>
            <p:ph type="title"/>
          </p:nvPr>
        </p:nvSpPr>
        <p:spPr>
          <a:xfrm>
            <a:off x="6094105" y="802955"/>
            <a:ext cx="4977976" cy="1454051"/>
          </a:xfrm>
        </p:spPr>
        <p:txBody>
          <a:bodyPr>
            <a:normAutofit/>
          </a:bodyPr>
          <a:lstStyle/>
          <a:p>
            <a:r>
              <a:rPr lang="he-IL">
                <a:solidFill>
                  <a:srgbClr val="000000"/>
                </a:solidFill>
              </a:rPr>
              <a:t>שלב שמיני – הוספת ממשק משתמש גרפי </a:t>
            </a:r>
          </a:p>
        </p:txBody>
      </p:sp>
      <p:sp>
        <p:nvSpPr>
          <p:cNvPr id="14" name="Freeform 62">
            <a:extLst>
              <a:ext uri="{FF2B5EF4-FFF2-40B4-BE49-F238E27FC236}">
                <a16:creationId xmlns:a16="http://schemas.microsoft.com/office/drawing/2014/main" id="{339C8D78-A644-462F-B674-F440635E53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38619"/>
            <a:ext cx="5000438" cy="5400962"/>
          </a:xfrm>
          <a:custGeom>
            <a:avLst/>
            <a:gdLst>
              <a:gd name="connsiteX0" fmla="*/ 2299956 w 5000438"/>
              <a:gd name="connsiteY0" fmla="*/ 0 h 5400962"/>
              <a:gd name="connsiteX1" fmla="*/ 5000438 w 5000438"/>
              <a:gd name="connsiteY1" fmla="*/ 2700481 h 5400962"/>
              <a:gd name="connsiteX2" fmla="*/ 2299956 w 5000438"/>
              <a:gd name="connsiteY2" fmla="*/ 5400962 h 5400962"/>
              <a:gd name="connsiteX3" fmla="*/ 60675 w 5000438"/>
              <a:gd name="connsiteY3" fmla="*/ 4210346 h 5400962"/>
              <a:gd name="connsiteX4" fmla="*/ 0 w 5000438"/>
              <a:gd name="connsiteY4" fmla="*/ 4110472 h 5400962"/>
              <a:gd name="connsiteX5" fmla="*/ 0 w 5000438"/>
              <a:gd name="connsiteY5" fmla="*/ 1290491 h 5400962"/>
              <a:gd name="connsiteX6" fmla="*/ 60675 w 5000438"/>
              <a:gd name="connsiteY6" fmla="*/ 1190617 h 5400962"/>
              <a:gd name="connsiteX7" fmla="*/ 2299956 w 5000438"/>
              <a:gd name="connsiteY7" fmla="*/ 0 h 5400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000438" h="5400962">
                <a:moveTo>
                  <a:pt x="2299956" y="0"/>
                </a:moveTo>
                <a:cubicBezTo>
                  <a:pt x="3791390" y="0"/>
                  <a:pt x="5000438" y="1209047"/>
                  <a:pt x="5000438" y="2700481"/>
                </a:cubicBezTo>
                <a:cubicBezTo>
                  <a:pt x="5000438" y="4191915"/>
                  <a:pt x="3791390" y="5400962"/>
                  <a:pt x="2299956" y="5400962"/>
                </a:cubicBezTo>
                <a:cubicBezTo>
                  <a:pt x="1367810" y="5400962"/>
                  <a:pt x="545971" y="4928678"/>
                  <a:pt x="60675" y="4210346"/>
                </a:cubicBezTo>
                <a:lnTo>
                  <a:pt x="0" y="4110472"/>
                </a:lnTo>
                <a:lnTo>
                  <a:pt x="0" y="1290491"/>
                </a:lnTo>
                <a:lnTo>
                  <a:pt x="60675" y="1190617"/>
                </a:lnTo>
                <a:cubicBezTo>
                  <a:pt x="545971" y="472284"/>
                  <a:pt x="1367810" y="0"/>
                  <a:pt x="2299956" y="0"/>
                </a:cubicBezTo>
                <a:close/>
              </a:path>
            </a:pathLst>
          </a:custGeom>
          <a:solidFill>
            <a:srgbClr val="FFFFFF"/>
          </a:solidFill>
          <a:ln>
            <a:gradFill>
              <a:gsLst>
                <a:gs pos="0">
                  <a:schemeClr val="accent1">
                    <a:lumMod val="40000"/>
                    <a:lumOff val="60000"/>
                  </a:schemeClr>
                </a:gs>
                <a:gs pos="23000">
                  <a:schemeClr val="accent1">
                    <a:lumMod val="45000"/>
                    <a:lumOff val="55000"/>
                  </a:schemeClr>
                </a:gs>
                <a:gs pos="83000">
                  <a:schemeClr val="bg2">
                    <a:lumMod val="85000"/>
                  </a:schemeClr>
                </a:gs>
                <a:gs pos="100000">
                  <a:schemeClr val="bg2">
                    <a:lumMod val="85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תמונה 4" descr="תמונה שמכילה ציור, שלט&#10;&#10;התיאור נוצר באופן אוטומטי">
            <a:extLst>
              <a:ext uri="{FF2B5EF4-FFF2-40B4-BE49-F238E27FC236}">
                <a16:creationId xmlns:a16="http://schemas.microsoft.com/office/drawing/2014/main" id="{7B199D50-9CE3-7D40-8675-B382F3E2131E}"/>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29349" y="3104957"/>
            <a:ext cx="3661831" cy="668284"/>
          </a:xfrm>
          <a:prstGeom prst="rect">
            <a:avLst/>
          </a:prstGeom>
        </p:spPr>
      </p:pic>
      <p:sp>
        <p:nvSpPr>
          <p:cNvPr id="3" name="מציין מיקום תוכן 2">
            <a:extLst>
              <a:ext uri="{FF2B5EF4-FFF2-40B4-BE49-F238E27FC236}">
                <a16:creationId xmlns:a16="http://schemas.microsoft.com/office/drawing/2014/main" id="{C3E72CC6-D136-C042-AA36-CFE4A21C5E33}"/>
              </a:ext>
            </a:extLst>
          </p:cNvPr>
          <p:cNvSpPr>
            <a:spLocks noGrp="1"/>
          </p:cNvSpPr>
          <p:nvPr>
            <p:ph idx="1"/>
          </p:nvPr>
        </p:nvSpPr>
        <p:spPr>
          <a:xfrm>
            <a:off x="6090574" y="2421682"/>
            <a:ext cx="4977578" cy="3639289"/>
          </a:xfrm>
        </p:spPr>
        <p:txBody>
          <a:bodyPr anchor="ctr">
            <a:normAutofit/>
          </a:bodyPr>
          <a:lstStyle/>
          <a:p>
            <a:r>
              <a:rPr lang="he-IL" sz="2000">
                <a:solidFill>
                  <a:srgbClr val="000000"/>
                </a:solidFill>
              </a:rPr>
              <a:t>בנינו ממשק משתמש גרפי, נוח ופשוט. </a:t>
            </a:r>
          </a:p>
          <a:p>
            <a:endParaRPr lang="he-IL" sz="2000">
              <a:solidFill>
                <a:srgbClr val="000000"/>
              </a:solidFill>
            </a:endParaRPr>
          </a:p>
          <a:p>
            <a:r>
              <a:rPr lang="he-IL" sz="2000">
                <a:solidFill>
                  <a:srgbClr val="000000"/>
                </a:solidFill>
              </a:rPr>
              <a:t>ממשק זה יאפשר למשתמש להתממשק לרחפן בצורה נוחה. </a:t>
            </a:r>
          </a:p>
          <a:p>
            <a:endParaRPr lang="he-IL" sz="2000">
              <a:solidFill>
                <a:srgbClr val="000000"/>
              </a:solidFill>
            </a:endParaRPr>
          </a:p>
          <a:p>
            <a:r>
              <a:rPr lang="he-IL" sz="2000">
                <a:solidFill>
                  <a:srgbClr val="000000"/>
                </a:solidFill>
              </a:rPr>
              <a:t>עבדנו עם סביבת </a:t>
            </a:r>
            <a:r>
              <a:rPr lang="en-US" sz="2000">
                <a:solidFill>
                  <a:srgbClr val="000000"/>
                </a:solidFill>
              </a:rPr>
              <a:t>tkinter</a:t>
            </a:r>
            <a:r>
              <a:rPr lang="he-IL" sz="2000">
                <a:solidFill>
                  <a:srgbClr val="000000"/>
                </a:solidFill>
              </a:rPr>
              <a:t> בפייתון </a:t>
            </a:r>
          </a:p>
          <a:p>
            <a:endParaRPr lang="he-IL" sz="2000">
              <a:solidFill>
                <a:srgbClr val="000000"/>
              </a:solidFill>
            </a:endParaRPr>
          </a:p>
          <a:p>
            <a:r>
              <a:rPr lang="he-IL" sz="2000">
                <a:solidFill>
                  <a:srgbClr val="000000"/>
                </a:solidFill>
              </a:rPr>
              <a:t>בלוח מוצגים פרמטרים חשובים על מצב הרחפן, הסוללה וכן מידע על התגים</a:t>
            </a:r>
          </a:p>
        </p:txBody>
      </p:sp>
    </p:spTree>
    <p:extLst>
      <p:ext uri="{BB962C8B-B14F-4D97-AF65-F5344CB8AC3E}">
        <p14:creationId xmlns:p14="http://schemas.microsoft.com/office/powerpoint/2010/main" val="171092805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FEDC552D-93BC-0E45-B707-7CD5727FA7B8}"/>
              </a:ext>
            </a:extLst>
          </p:cNvPr>
          <p:cNvSpPr>
            <a:spLocks noGrp="1"/>
          </p:cNvSpPr>
          <p:nvPr>
            <p:ph type="title"/>
          </p:nvPr>
        </p:nvSpPr>
        <p:spPr/>
        <p:txBody>
          <a:bodyPr/>
          <a:lstStyle/>
          <a:p>
            <a:endParaRPr lang="he-IL"/>
          </a:p>
        </p:txBody>
      </p:sp>
      <p:pic>
        <p:nvPicPr>
          <p:cNvPr id="5" name="מציין מיקום תוכן 4" descr="תמונה שמכילה צילום מסך, צג, מסך, טלוויזיה&#10;&#10;התיאור נוצר באופן אוטומטי">
            <a:extLst>
              <a:ext uri="{FF2B5EF4-FFF2-40B4-BE49-F238E27FC236}">
                <a16:creationId xmlns:a16="http://schemas.microsoft.com/office/drawing/2014/main" id="{DF3F30A6-5E28-814B-9435-27EFB77602B5}"/>
              </a:ext>
            </a:extLst>
          </p:cNvPr>
          <p:cNvPicPr>
            <a:picLocks noGrp="1" noChangeAspect="1"/>
          </p:cNvPicPr>
          <p:nvPr>
            <p:ph idx="1"/>
          </p:nvPr>
        </p:nvPicPr>
        <p:blipFill>
          <a:blip r:embed="rId2" cstate="screen">
            <a:extLst>
              <a:ext uri="{28A0092B-C50C-407E-A947-70E740481C1C}">
                <a14:useLocalDpi xmlns:a14="http://schemas.microsoft.com/office/drawing/2010/main"/>
              </a:ext>
            </a:extLst>
          </a:blip>
          <a:stretch>
            <a:fillRect/>
          </a:stretch>
        </p:blipFill>
        <p:spPr>
          <a:xfrm>
            <a:off x="0" y="238317"/>
            <a:ext cx="12096205" cy="6846106"/>
          </a:xfrm>
        </p:spPr>
      </p:pic>
    </p:spTree>
    <p:extLst>
      <p:ext uri="{BB962C8B-B14F-4D97-AF65-F5344CB8AC3E}">
        <p14:creationId xmlns:p14="http://schemas.microsoft.com/office/powerpoint/2010/main" val="128514167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A6C7DD50-6F2F-1244-B574-802710EA1E34}"/>
              </a:ext>
            </a:extLst>
          </p:cNvPr>
          <p:cNvSpPr>
            <a:spLocks noGrp="1"/>
          </p:cNvSpPr>
          <p:nvPr>
            <p:ph type="title"/>
          </p:nvPr>
        </p:nvSpPr>
        <p:spPr/>
        <p:txBody>
          <a:bodyPr/>
          <a:lstStyle/>
          <a:p>
            <a:endParaRPr lang="he-IL"/>
          </a:p>
        </p:txBody>
      </p:sp>
      <p:pic>
        <p:nvPicPr>
          <p:cNvPr id="5" name="מציין מיקום תוכן 4" descr="תמונה שמכילה צילום מסך, מחשב, צג, מסך&#10;&#10;התיאור נוצר באופן אוטומטי">
            <a:extLst>
              <a:ext uri="{FF2B5EF4-FFF2-40B4-BE49-F238E27FC236}">
                <a16:creationId xmlns:a16="http://schemas.microsoft.com/office/drawing/2014/main" id="{08F357E7-FB06-564B-B956-2B533B00A8B9}"/>
              </a:ext>
            </a:extLst>
          </p:cNvPr>
          <p:cNvPicPr>
            <a:picLocks noGrp="1" noChangeAspect="1"/>
          </p:cNvPicPr>
          <p:nvPr>
            <p:ph idx="1"/>
          </p:nvPr>
        </p:nvPicPr>
        <p:blipFill>
          <a:blip r:embed="rId2" cstate="screen">
            <a:extLst>
              <a:ext uri="{28A0092B-C50C-407E-A947-70E740481C1C}">
                <a14:useLocalDpi xmlns:a14="http://schemas.microsoft.com/office/drawing/2010/main"/>
              </a:ext>
            </a:extLst>
          </a:blip>
          <a:stretch>
            <a:fillRect/>
          </a:stretch>
        </p:blipFill>
        <p:spPr>
          <a:xfrm>
            <a:off x="-1" y="-6532"/>
            <a:ext cx="12192001" cy="6864532"/>
          </a:xfrm>
        </p:spPr>
      </p:pic>
    </p:spTree>
    <p:extLst>
      <p:ext uri="{BB962C8B-B14F-4D97-AF65-F5344CB8AC3E}">
        <p14:creationId xmlns:p14="http://schemas.microsoft.com/office/powerpoint/2010/main" val="252551375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 name="Freeform: Shape 13">
            <a:extLst>
              <a:ext uri="{FF2B5EF4-FFF2-40B4-BE49-F238E27FC236}">
                <a16:creationId xmlns:a16="http://schemas.microsoft.com/office/drawing/2014/main" id="{42285737-90EE-47DC-AC80-8AE156B119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1" y="-1"/>
            <a:ext cx="4403709" cy="6858001"/>
          </a:xfrm>
          <a:custGeom>
            <a:avLst/>
            <a:gdLst>
              <a:gd name="connsiteX0" fmla="*/ 3223890 w 4403709"/>
              <a:gd name="connsiteY0" fmla="*/ 6858001 h 6858001"/>
              <a:gd name="connsiteX1" fmla="*/ 4101908 w 4403709"/>
              <a:gd name="connsiteY1" fmla="*/ 6858001 h 6858001"/>
              <a:gd name="connsiteX2" fmla="*/ 3254950 w 4403709"/>
              <a:gd name="connsiteY2" fmla="*/ 1599356 h 6858001"/>
              <a:gd name="connsiteX3" fmla="*/ 3254950 w 4403709"/>
              <a:gd name="connsiteY3" fmla="*/ 1594062 h 6858001"/>
              <a:gd name="connsiteX4" fmla="*/ 4403709 w 4403709"/>
              <a:gd name="connsiteY4" fmla="*/ 0 h 6858001"/>
              <a:gd name="connsiteX5" fmla="*/ 3254950 w 4403709"/>
              <a:gd name="connsiteY5" fmla="*/ 0 h 6858001"/>
              <a:gd name="connsiteX6" fmla="*/ 2903520 w 4403709"/>
              <a:gd name="connsiteY6" fmla="*/ 0 h 6858001"/>
              <a:gd name="connsiteX7" fmla="*/ 0 w 4403709"/>
              <a:gd name="connsiteY7" fmla="*/ 0 h 6858001"/>
              <a:gd name="connsiteX8" fmla="*/ 0 w 4403709"/>
              <a:gd name="connsiteY8" fmla="*/ 6858000 h 6858001"/>
              <a:gd name="connsiteX9" fmla="*/ 3223890 w 4403709"/>
              <a:gd name="connsiteY9" fmla="*/ 685800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403709" h="6858001">
                <a:moveTo>
                  <a:pt x="3223890" y="6858001"/>
                </a:moveTo>
                <a:lnTo>
                  <a:pt x="4101908" y="6858001"/>
                </a:lnTo>
                <a:lnTo>
                  <a:pt x="3254950" y="1599356"/>
                </a:lnTo>
                <a:lnTo>
                  <a:pt x="3254950" y="1594062"/>
                </a:lnTo>
                <a:lnTo>
                  <a:pt x="4403709" y="0"/>
                </a:lnTo>
                <a:lnTo>
                  <a:pt x="3254950" y="0"/>
                </a:lnTo>
                <a:lnTo>
                  <a:pt x="2903520" y="0"/>
                </a:lnTo>
                <a:lnTo>
                  <a:pt x="0" y="0"/>
                </a:lnTo>
                <a:lnTo>
                  <a:pt x="0" y="6858000"/>
                </a:lnTo>
                <a:lnTo>
                  <a:pt x="3223890" y="6858000"/>
                </a:lnTo>
                <a:close/>
              </a:path>
            </a:pathLst>
          </a:custGeom>
          <a:ln>
            <a:noFill/>
          </a:ln>
        </p:spPr>
        <p:style>
          <a:lnRef idx="2">
            <a:schemeClr val="accent1">
              <a:shade val="50000"/>
            </a:schemeClr>
          </a:lnRef>
          <a:fillRef idx="1002">
            <a:schemeClr val="dk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16" name="Group 15">
            <a:extLst>
              <a:ext uri="{FF2B5EF4-FFF2-40B4-BE49-F238E27FC236}">
                <a16:creationId xmlns:a16="http://schemas.microsoft.com/office/drawing/2014/main" id="{B57BDC17-F1B3-455F-BBF1-680AA1F25C0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315292" y="0"/>
            <a:ext cx="2436813" cy="6858001"/>
            <a:chOff x="1320800" y="0"/>
            <a:chExt cx="2436813" cy="6858001"/>
          </a:xfrm>
        </p:grpSpPr>
        <p:sp>
          <p:nvSpPr>
            <p:cNvPr id="17" name="Freeform 6">
              <a:extLst>
                <a:ext uri="{FF2B5EF4-FFF2-40B4-BE49-F238E27FC236}">
                  <a16:creationId xmlns:a16="http://schemas.microsoft.com/office/drawing/2014/main" id="{64E2FA9A-FEF7-4501-B0EB-5E45EDD217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18" name="Freeform 7">
              <a:extLst>
                <a:ext uri="{FF2B5EF4-FFF2-40B4-BE49-F238E27FC236}">
                  <a16:creationId xmlns:a16="http://schemas.microsoft.com/office/drawing/2014/main" id="{BC38192B-B4CB-47D4-A3B1-10010247F1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rgbClr val="595959"/>
            </a:solidFill>
            <a:ln>
              <a:noFill/>
            </a:ln>
          </p:spPr>
        </p:sp>
        <p:sp>
          <p:nvSpPr>
            <p:cNvPr id="19" name="Freeform 8">
              <a:extLst>
                <a:ext uri="{FF2B5EF4-FFF2-40B4-BE49-F238E27FC236}">
                  <a16:creationId xmlns:a16="http://schemas.microsoft.com/office/drawing/2014/main" id="{96330E33-E171-4B0F-82B5-AF7230399B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rgbClr val="262626"/>
            </a:solidFill>
            <a:ln>
              <a:noFill/>
            </a:ln>
          </p:spPr>
        </p:sp>
        <p:sp>
          <p:nvSpPr>
            <p:cNvPr id="20" name="Freeform 9">
              <a:extLst>
                <a:ext uri="{FF2B5EF4-FFF2-40B4-BE49-F238E27FC236}">
                  <a16:creationId xmlns:a16="http://schemas.microsoft.com/office/drawing/2014/main" id="{332B1723-69BF-42D7-B757-0FA059E152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21" name="Freeform 10">
              <a:extLst>
                <a:ext uri="{FF2B5EF4-FFF2-40B4-BE49-F238E27FC236}">
                  <a16:creationId xmlns:a16="http://schemas.microsoft.com/office/drawing/2014/main" id="{F115D62D-1E96-48D1-A78D-D370A0BFB9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22" name="Freeform 11">
              <a:extLst>
                <a:ext uri="{FF2B5EF4-FFF2-40B4-BE49-F238E27FC236}">
                  <a16:creationId xmlns:a16="http://schemas.microsoft.com/office/drawing/2014/main" id="{91C2876A-169D-4822-A766-C00578C88B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rgbClr val="404040"/>
            </a:solidFill>
            <a:ln>
              <a:noFill/>
            </a:ln>
          </p:spPr>
        </p:sp>
      </p:grpSp>
      <p:sp>
        <p:nvSpPr>
          <p:cNvPr id="2" name="כותרת 1">
            <a:extLst>
              <a:ext uri="{FF2B5EF4-FFF2-40B4-BE49-F238E27FC236}">
                <a16:creationId xmlns:a16="http://schemas.microsoft.com/office/drawing/2014/main" id="{320F1D57-5D11-9845-B40E-93BFDCB3E3E1}"/>
              </a:ext>
            </a:extLst>
          </p:cNvPr>
          <p:cNvSpPr>
            <a:spLocks noGrp="1"/>
          </p:cNvSpPr>
          <p:nvPr>
            <p:ph type="title"/>
          </p:nvPr>
        </p:nvSpPr>
        <p:spPr>
          <a:xfrm>
            <a:off x="535020" y="685800"/>
            <a:ext cx="2780271" cy="5105400"/>
          </a:xfrm>
        </p:spPr>
        <p:txBody>
          <a:bodyPr>
            <a:normAutofit/>
          </a:bodyPr>
          <a:lstStyle/>
          <a:p>
            <a:r>
              <a:rPr lang="he-IL" sz="4000" dirty="0">
                <a:solidFill>
                  <a:srgbClr val="FFFFFF"/>
                </a:solidFill>
              </a:rPr>
              <a:t>הבעיה בה נתקלנו</a:t>
            </a:r>
          </a:p>
        </p:txBody>
      </p:sp>
      <p:graphicFrame>
        <p:nvGraphicFramePr>
          <p:cNvPr id="5" name="מציין מיקום תוכן 2">
            <a:extLst>
              <a:ext uri="{FF2B5EF4-FFF2-40B4-BE49-F238E27FC236}">
                <a16:creationId xmlns:a16="http://schemas.microsoft.com/office/drawing/2014/main" id="{E894C71E-9416-4499-9307-F07283FAA690}"/>
              </a:ext>
            </a:extLst>
          </p:cNvPr>
          <p:cNvGraphicFramePr>
            <a:graphicFrameLocks noGrp="1"/>
          </p:cNvGraphicFramePr>
          <p:nvPr>
            <p:ph idx="1"/>
            <p:extLst>
              <p:ext uri="{D42A27DB-BD31-4B8C-83A1-F6EECF244321}">
                <p14:modId xmlns:p14="http://schemas.microsoft.com/office/powerpoint/2010/main" val="3561543830"/>
              </p:ext>
            </p:extLst>
          </p:nvPr>
        </p:nvGraphicFramePr>
        <p:xfrm>
          <a:off x="5010150" y="685800"/>
          <a:ext cx="6492875" cy="51054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03872460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68575C10-8187-4AC4-AD72-C754EAFD28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654295"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כותרת 1">
            <a:extLst>
              <a:ext uri="{FF2B5EF4-FFF2-40B4-BE49-F238E27FC236}">
                <a16:creationId xmlns:a16="http://schemas.microsoft.com/office/drawing/2014/main" id="{F05EB076-B550-4E4B-8E04-A1497D6A72B2}"/>
              </a:ext>
            </a:extLst>
          </p:cNvPr>
          <p:cNvSpPr>
            <a:spLocks noGrp="1"/>
          </p:cNvSpPr>
          <p:nvPr>
            <p:ph type="title"/>
          </p:nvPr>
        </p:nvSpPr>
        <p:spPr>
          <a:xfrm>
            <a:off x="762000" y="559678"/>
            <a:ext cx="3567915" cy="4952492"/>
          </a:xfrm>
        </p:spPr>
        <p:txBody>
          <a:bodyPr>
            <a:normAutofit/>
          </a:bodyPr>
          <a:lstStyle/>
          <a:p>
            <a:r>
              <a:rPr lang="he-IL">
                <a:solidFill>
                  <a:schemeClr val="bg1"/>
                </a:solidFill>
              </a:rPr>
              <a:t>ניסיון ראשון  לפתור את הבעיה </a:t>
            </a:r>
          </a:p>
        </p:txBody>
      </p:sp>
      <p:cxnSp>
        <p:nvCxnSpPr>
          <p:cNvPr id="11" name="Straight Connector 10">
            <a:extLst>
              <a:ext uri="{FF2B5EF4-FFF2-40B4-BE49-F238E27FC236}">
                <a16:creationId xmlns:a16="http://schemas.microsoft.com/office/drawing/2014/main" id="{74E776C9-ED67-41B7-B3A3-4DF76EF3ACE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99730"/>
            <a:ext cx="4297680" cy="0"/>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graphicFrame>
        <p:nvGraphicFramePr>
          <p:cNvPr id="5" name="מציין מיקום תוכן 2">
            <a:extLst>
              <a:ext uri="{FF2B5EF4-FFF2-40B4-BE49-F238E27FC236}">
                <a16:creationId xmlns:a16="http://schemas.microsoft.com/office/drawing/2014/main" id="{CD5668B4-804F-4EB6-88D1-B67E571EC52B}"/>
              </a:ext>
            </a:extLst>
          </p:cNvPr>
          <p:cNvGraphicFramePr>
            <a:graphicFrameLocks noGrp="1"/>
          </p:cNvGraphicFramePr>
          <p:nvPr>
            <p:ph idx="1"/>
            <p:extLst>
              <p:ext uri="{D42A27DB-BD31-4B8C-83A1-F6EECF244321}">
                <p14:modId xmlns:p14="http://schemas.microsoft.com/office/powerpoint/2010/main" val="540274189"/>
              </p:ext>
            </p:extLst>
          </p:nvPr>
        </p:nvGraphicFramePr>
        <p:xfrm>
          <a:off x="5181600" y="568325"/>
          <a:ext cx="6248400" cy="56562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51504404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81EA652-8C6A-4E69-BEB9-1708094745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ight Triangle 9">
            <a:extLst>
              <a:ext uri="{FF2B5EF4-FFF2-40B4-BE49-F238E27FC236}">
                <a16:creationId xmlns:a16="http://schemas.microsoft.com/office/drawing/2014/main" id="{5298780A-33B9-4EA2-8F67-DE68AD6284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7F488E8B-4E1E-4402-8935-D4E6C02615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כותרת 1">
            <a:extLst>
              <a:ext uri="{FF2B5EF4-FFF2-40B4-BE49-F238E27FC236}">
                <a16:creationId xmlns:a16="http://schemas.microsoft.com/office/drawing/2014/main" id="{4A86C969-272A-B446-941D-5AFF91E5801E}"/>
              </a:ext>
            </a:extLst>
          </p:cNvPr>
          <p:cNvSpPr>
            <a:spLocks noGrp="1"/>
          </p:cNvSpPr>
          <p:nvPr>
            <p:ph type="title"/>
          </p:nvPr>
        </p:nvSpPr>
        <p:spPr>
          <a:xfrm>
            <a:off x="1075767" y="1188637"/>
            <a:ext cx="2988234" cy="4480726"/>
          </a:xfrm>
        </p:spPr>
        <p:txBody>
          <a:bodyPr>
            <a:normAutofit/>
          </a:bodyPr>
          <a:lstStyle/>
          <a:p>
            <a:r>
              <a:rPr lang="he-IL" sz="6600"/>
              <a:t>נסיון שני לפתור את הבעיה </a:t>
            </a:r>
          </a:p>
        </p:txBody>
      </p:sp>
      <p:cxnSp>
        <p:nvCxnSpPr>
          <p:cNvPr id="14" name="Straight Connector 13">
            <a:extLst>
              <a:ext uri="{FF2B5EF4-FFF2-40B4-BE49-F238E27FC236}">
                <a16:creationId xmlns:a16="http://schemas.microsoft.com/office/drawing/2014/main" id="{23AAC9B5-8015-485C-ACF9-A750390E9A5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6" y="1852863"/>
            <a:ext cx="0" cy="3236495"/>
          </a:xfrm>
          <a:prstGeom prst="line">
            <a:avLst/>
          </a:prstGeom>
          <a:ln w="19050" cap="sq">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 name="מציין מיקום תוכן 2">
            <a:extLst>
              <a:ext uri="{FF2B5EF4-FFF2-40B4-BE49-F238E27FC236}">
                <a16:creationId xmlns:a16="http://schemas.microsoft.com/office/drawing/2014/main" id="{0985931E-CB4F-534B-8667-CC360AC157DB}"/>
              </a:ext>
            </a:extLst>
          </p:cNvPr>
          <p:cNvSpPr>
            <a:spLocks noGrp="1"/>
          </p:cNvSpPr>
          <p:nvPr>
            <p:ph idx="1"/>
          </p:nvPr>
        </p:nvSpPr>
        <p:spPr>
          <a:xfrm>
            <a:off x="5255260" y="1648870"/>
            <a:ext cx="4702848" cy="3560260"/>
          </a:xfrm>
        </p:spPr>
        <p:txBody>
          <a:bodyPr anchor="ctr">
            <a:normAutofit/>
          </a:bodyPr>
          <a:lstStyle/>
          <a:p>
            <a:r>
              <a:rPr lang="he-IL" sz="1700"/>
              <a:t>לאחר מכן ניסינו לחשב את השגיאה בגובה כתלות במרחק כיחס לינארי </a:t>
            </a:r>
          </a:p>
          <a:p>
            <a:r>
              <a:rPr lang="he-IL" sz="1700"/>
              <a:t>ביצענו מדידות רבות של הרחפן על גבי משטח שהיה באותו הגובה של התג אותו הנענו קדימה ואחורה בציר המרחק </a:t>
            </a:r>
          </a:p>
          <a:p>
            <a:r>
              <a:rPr lang="he-IL" sz="1700"/>
              <a:t>מהשגיאה שראינו שנוצרת, ניסינו בעזרת כלים מתמטיים למדל לתלות לינארית</a:t>
            </a:r>
          </a:p>
          <a:p>
            <a:r>
              <a:rPr lang="he-IL" sz="1700"/>
              <a:t>הגענו לשיפוע שמביע את התלות הלינארית בין השגיאה בגובה ובין המרחק </a:t>
            </a:r>
          </a:p>
          <a:p>
            <a:r>
              <a:rPr lang="he-IL" sz="1700"/>
              <a:t>כעת כאשר ידענו מה השגיאה הנוצרת, יכולנו לחסרה מהגובה הנמדד ולקבל את הגובה האמתי </a:t>
            </a:r>
          </a:p>
          <a:p>
            <a:endParaRPr lang="he-IL" sz="1700"/>
          </a:p>
        </p:txBody>
      </p:sp>
    </p:spTree>
    <p:extLst>
      <p:ext uri="{BB962C8B-B14F-4D97-AF65-F5344CB8AC3E}">
        <p14:creationId xmlns:p14="http://schemas.microsoft.com/office/powerpoint/2010/main" val="41016471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 name="Rectangle 70">
            <a:extLst>
              <a:ext uri="{FF2B5EF4-FFF2-40B4-BE49-F238E27FC236}">
                <a16:creationId xmlns:a16="http://schemas.microsoft.com/office/drawing/2014/main" id="{5A59F003-E00A-43F9-91DC-CC54E3B874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שיפוץ תקרה מתפוררת/מתקלפת כולל טיח וצבע - המשפצים בישראל">
            <a:extLst>
              <a:ext uri="{FF2B5EF4-FFF2-40B4-BE49-F238E27FC236}">
                <a16:creationId xmlns:a16="http://schemas.microsoft.com/office/drawing/2014/main" id="{D68949AC-7A93-3B48-B168-164A92D6439E}"/>
              </a:ext>
            </a:extLst>
          </p:cNvPr>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20" y="10"/>
            <a:ext cx="12191981" cy="6857990"/>
          </a:xfrm>
          <a:prstGeom prst="rect">
            <a:avLst/>
          </a:prstGeom>
          <a:noFill/>
          <a:extLst>
            <a:ext uri="{909E8E84-426E-40DD-AFC4-6F175D3DCCD1}">
              <a14:hiddenFill xmlns:a14="http://schemas.microsoft.com/office/drawing/2010/main">
                <a:solidFill>
                  <a:srgbClr val="FFFFFF"/>
                </a:solidFill>
              </a14:hiddenFill>
            </a:ext>
          </a:extLst>
        </p:spPr>
      </p:pic>
      <p:sp>
        <p:nvSpPr>
          <p:cNvPr id="73" name="Rectangle 72">
            <a:extLst>
              <a:ext uri="{FF2B5EF4-FFF2-40B4-BE49-F238E27FC236}">
                <a16:creationId xmlns:a16="http://schemas.microsoft.com/office/drawing/2014/main" id="{D74A4382-E3AD-430A-9A1F-DFA3E0E77A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3799868" y="-1534136"/>
            <a:ext cx="4592270" cy="12192001"/>
          </a:xfrm>
          <a:prstGeom prst="rect">
            <a:avLst/>
          </a:prstGeom>
          <a:gradFill>
            <a:gsLst>
              <a:gs pos="35000">
                <a:schemeClr val="bg1">
                  <a:alpha val="46000"/>
                </a:schemeClr>
              </a:gs>
              <a:gs pos="21000">
                <a:schemeClr val="bg1">
                  <a:alpha val="30000"/>
                </a:schemeClr>
              </a:gs>
              <a:gs pos="0">
                <a:schemeClr val="bg1">
                  <a:alpha val="0"/>
                </a:schemeClr>
              </a:gs>
              <a:gs pos="100000">
                <a:schemeClr val="bg1">
                  <a:alpha val="9000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03EEEA26-C39A-1F48-8698-43411615ED13}"/>
              </a:ext>
            </a:extLst>
          </p:cNvPr>
          <p:cNvSpPr>
            <a:spLocks noGrp="1"/>
          </p:cNvSpPr>
          <p:nvPr>
            <p:ph type="title"/>
          </p:nvPr>
        </p:nvSpPr>
        <p:spPr>
          <a:xfrm>
            <a:off x="404553" y="3091928"/>
            <a:ext cx="9078562" cy="2387600"/>
          </a:xfrm>
        </p:spPr>
        <p:txBody>
          <a:bodyPr vert="horz" lIns="91440" tIns="45720" rIns="91440" bIns="45720" rtlCol="0" anchor="b">
            <a:normAutofit/>
          </a:bodyPr>
          <a:lstStyle/>
          <a:p>
            <a:pPr algn="l" rtl="0"/>
            <a:r>
              <a:rPr lang="en-US" sz="6600" dirty="0" err="1"/>
              <a:t>אתגרים</a:t>
            </a:r>
            <a:r>
              <a:rPr lang="en-US" sz="6600" dirty="0"/>
              <a:t> </a:t>
            </a:r>
            <a:r>
              <a:rPr lang="en-US" sz="6600" dirty="0" err="1"/>
              <a:t>נוספים</a:t>
            </a:r>
            <a:endParaRPr lang="en-US" sz="6600" dirty="0"/>
          </a:p>
        </p:txBody>
      </p:sp>
      <p:sp>
        <p:nvSpPr>
          <p:cNvPr id="75" name="Rectangle: Rounded Corners 74">
            <a:extLst>
              <a:ext uri="{FF2B5EF4-FFF2-40B4-BE49-F238E27FC236}">
                <a16:creationId xmlns:a16="http://schemas.microsoft.com/office/drawing/2014/main" id="{79F40191-0F44-4FD1-82CC-ACB507C14B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575039"/>
            <a:ext cx="9785897" cy="685800"/>
          </a:xfrm>
          <a:prstGeom prst="roundRect">
            <a:avLst>
              <a:gd name="adj"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ADCA9459-8DDA-4B48-A9DF-94DCEC5566DC}"/>
              </a:ext>
            </a:extLst>
          </p:cNvPr>
          <p:cNvSpPr>
            <a:spLocks noGrp="1"/>
          </p:cNvSpPr>
          <p:nvPr>
            <p:ph idx="1"/>
          </p:nvPr>
        </p:nvSpPr>
        <p:spPr>
          <a:xfrm>
            <a:off x="404553" y="5624945"/>
            <a:ext cx="9078562" cy="592975"/>
          </a:xfrm>
        </p:spPr>
        <p:txBody>
          <a:bodyPr vert="horz" lIns="91440" tIns="45720" rIns="91440" bIns="45720" rtlCol="0" anchor="ctr">
            <a:normAutofit/>
          </a:bodyPr>
          <a:lstStyle/>
          <a:p>
            <a:pPr marL="0" indent="0" algn="l" rtl="0">
              <a:buNone/>
            </a:pPr>
            <a:r>
              <a:rPr lang="he-IL" sz="2400" dirty="0"/>
              <a:t>התקלות עם התקרה </a:t>
            </a:r>
            <a:endParaRPr lang="en-US" sz="2400" dirty="0"/>
          </a:p>
        </p:txBody>
      </p:sp>
    </p:spTree>
    <p:extLst>
      <p:ext uri="{BB962C8B-B14F-4D97-AF65-F5344CB8AC3E}">
        <p14:creationId xmlns:p14="http://schemas.microsoft.com/office/powerpoint/2010/main" val="466474295"/>
      </p:ext>
    </p:extLst>
  </p:cSld>
  <p:clrMapOvr>
    <a:overrideClrMapping bg1="dk1" tx1="lt1" bg2="dk2" tx2="lt2" accent1="accent1" accent2="accent2" accent3="accent3" accent4="accent4" accent5="accent5" accent6="accent6" hlink="hlink" folHlink="folHlink"/>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 name="Freeform 5">
            <a:extLst>
              <a:ext uri="{FF2B5EF4-FFF2-40B4-BE49-F238E27FC236}">
                <a16:creationId xmlns:a16="http://schemas.microsoft.com/office/drawing/2014/main" id="{07322A9E-F1EC-405E-8971-BA906EFFCC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29674" y="1290909"/>
            <a:ext cx="9702800" cy="5573512"/>
          </a:xfrm>
          <a:custGeom>
            <a:avLst/>
            <a:gdLst>
              <a:gd name="T0" fmla="*/ 1752 w 2038"/>
              <a:gd name="T1" fmla="*/ 1169 h 1169"/>
              <a:gd name="T2" fmla="*/ 1487 w 2038"/>
              <a:gd name="T3" fmla="*/ 334 h 1169"/>
              <a:gd name="T4" fmla="*/ 860 w 2038"/>
              <a:gd name="T5" fmla="*/ 22 h 1169"/>
              <a:gd name="T6" fmla="*/ 199 w 2038"/>
              <a:gd name="T7" fmla="*/ 318 h 1169"/>
              <a:gd name="T8" fmla="*/ 399 w 2038"/>
              <a:gd name="T9" fmla="*/ 1165 h 1169"/>
            </a:gdLst>
            <a:ahLst/>
            <a:cxnLst>
              <a:cxn ang="0">
                <a:pos x="T0" y="T1"/>
              </a:cxn>
              <a:cxn ang="0">
                <a:pos x="T2" y="T3"/>
              </a:cxn>
              <a:cxn ang="0">
                <a:pos x="T4" y="T5"/>
              </a:cxn>
              <a:cxn ang="0">
                <a:pos x="T6" y="T7"/>
              </a:cxn>
              <a:cxn ang="0">
                <a:pos x="T8" y="T9"/>
              </a:cxn>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3" name="Freeform 6">
            <a:extLst>
              <a:ext uri="{FF2B5EF4-FFF2-40B4-BE49-F238E27FC236}">
                <a16:creationId xmlns:a16="http://schemas.microsoft.com/office/drawing/2014/main" id="{A5704422-1118-4FD1-95AD-29A064EB80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70451" y="2010741"/>
            <a:ext cx="7373938" cy="4848892"/>
          </a:xfrm>
          <a:custGeom>
            <a:avLst/>
            <a:gdLst>
              <a:gd name="T0" fmla="*/ 1025 w 1549"/>
              <a:gd name="T1" fmla="*/ 1016 h 1017"/>
              <a:gd name="T2" fmla="*/ 1443 w 1549"/>
              <a:gd name="T3" fmla="*/ 592 h 1017"/>
              <a:gd name="T4" fmla="*/ 782 w 1549"/>
              <a:gd name="T5" fmla="*/ 53 h 1017"/>
              <a:gd name="T6" fmla="*/ 150 w 1549"/>
              <a:gd name="T7" fmla="*/ 329 h 1017"/>
              <a:gd name="T8" fmla="*/ 477 w 1549"/>
              <a:gd name="T9" fmla="*/ 1017 h 1017"/>
            </a:gdLst>
            <a:ahLst/>
            <a:cxnLst>
              <a:cxn ang="0">
                <a:pos x="T0" y="T1"/>
              </a:cxn>
              <a:cxn ang="0">
                <a:pos x="T2" y="T3"/>
              </a:cxn>
              <a:cxn ang="0">
                <a:pos x="T4" y="T5"/>
              </a:cxn>
              <a:cxn ang="0">
                <a:pos x="T6" y="T7"/>
              </a:cxn>
              <a:cxn ang="0">
                <a:pos x="T8" y="T9"/>
              </a:cxn>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5" name="Freeform 7">
            <a:extLst>
              <a:ext uri="{FF2B5EF4-FFF2-40B4-BE49-F238E27FC236}">
                <a16:creationId xmlns:a16="http://schemas.microsoft.com/office/drawing/2014/main" id="{A88B2AAA-B805-498E-A9E6-98B88585549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251351" y="1780905"/>
            <a:ext cx="8035925" cy="5083516"/>
          </a:xfrm>
          <a:custGeom>
            <a:avLst/>
            <a:gdLst>
              <a:gd name="T0" fmla="*/ 1302 w 1688"/>
              <a:gd name="T1" fmla="*/ 1066 h 1066"/>
              <a:gd name="T2" fmla="*/ 1613 w 1688"/>
              <a:gd name="T3" fmla="*/ 850 h 1066"/>
              <a:gd name="T4" fmla="*/ 1517 w 1688"/>
              <a:gd name="T5" fmla="*/ 471 h 1066"/>
              <a:gd name="T6" fmla="*/ 798 w 1688"/>
              <a:gd name="T7" fmla="*/ 28 h 1066"/>
              <a:gd name="T8" fmla="*/ 181 w 1688"/>
              <a:gd name="T9" fmla="*/ 333 h 1066"/>
              <a:gd name="T10" fmla="*/ 420 w 1688"/>
              <a:gd name="T11" fmla="*/ 1066 h 1066"/>
            </a:gdLst>
            <a:ahLst/>
            <a:cxnLst>
              <a:cxn ang="0">
                <a:pos x="T0" y="T1"/>
              </a:cxn>
              <a:cxn ang="0">
                <a:pos x="T2" y="T3"/>
              </a:cxn>
              <a:cxn ang="0">
                <a:pos x="T4" y="T5"/>
              </a:cxn>
              <a:cxn ang="0">
                <a:pos x="T6" y="T7"/>
              </a:cxn>
              <a:cxn ang="0">
                <a:pos x="T8" y="T9"/>
              </a:cxn>
              <a:cxn ang="0">
                <a:pos x="T10" y="T11"/>
              </a:cxn>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7" name="Freeform 8">
            <a:extLst>
              <a:ext uri="{FF2B5EF4-FFF2-40B4-BE49-F238E27FC236}">
                <a16:creationId xmlns:a16="http://schemas.microsoft.com/office/drawing/2014/main" id="{9B8051E0-19D7-43E1-BFD9-E6DBFEB3A3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061" y="542347"/>
            <a:ext cx="10334625" cy="6322075"/>
          </a:xfrm>
          <a:custGeom>
            <a:avLst/>
            <a:gdLst>
              <a:gd name="T0" fmla="*/ 1873 w 2171"/>
              <a:gd name="T1" fmla="*/ 1326 h 1326"/>
              <a:gd name="T2" fmla="*/ 1609 w 2171"/>
              <a:gd name="T3" fmla="*/ 473 h 1326"/>
              <a:gd name="T4" fmla="*/ 880 w 2171"/>
              <a:gd name="T5" fmla="*/ 63 h 1326"/>
              <a:gd name="T6" fmla="*/ 0 w 2171"/>
              <a:gd name="T7" fmla="*/ 423 h 1326"/>
            </a:gdLst>
            <a:ahLst/>
            <a:cxnLst>
              <a:cxn ang="0">
                <a:pos x="T0" y="T1"/>
              </a:cxn>
              <a:cxn ang="0">
                <a:pos x="T2" y="T3"/>
              </a:cxn>
              <a:cxn ang="0">
                <a:pos x="T4" y="T5"/>
              </a:cxn>
              <a:cxn ang="0">
                <a:pos x="T6" y="T7"/>
              </a:cxn>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9" name="Freeform 9">
            <a:extLst>
              <a:ext uri="{FF2B5EF4-FFF2-40B4-BE49-F238E27FC236}">
                <a16:creationId xmlns:a16="http://schemas.microsoft.com/office/drawing/2014/main" id="{4EDB2B02-86A2-46F5-A4BE-B7D9B10411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701" y="6178751"/>
            <a:ext cx="504825" cy="681527"/>
          </a:xfrm>
          <a:custGeom>
            <a:avLst/>
            <a:gdLst>
              <a:gd name="T0" fmla="*/ 0 w 106"/>
              <a:gd name="T1" fmla="*/ 0 h 143"/>
              <a:gd name="T2" fmla="*/ 106 w 106"/>
              <a:gd name="T3" fmla="*/ 143 h 143"/>
            </a:gdLst>
            <a:ahLst/>
            <a:cxnLst>
              <a:cxn ang="0">
                <a:pos x="T0" y="T1"/>
              </a:cxn>
              <a:cxn ang="0">
                <a:pos x="T2" y="T3"/>
              </a:cxn>
            </a:cxnLst>
            <a:rect l="0" t="0" r="r" b="b"/>
            <a:pathLst>
              <a:path w="106" h="143">
                <a:moveTo>
                  <a:pt x="0" y="0"/>
                </a:moveTo>
                <a:cubicBezTo>
                  <a:pt x="35" y="54"/>
                  <a:pt x="70" y="101"/>
                  <a:pt x="106" y="143"/>
                </a:cubicBezTo>
              </a:path>
            </a:pathLst>
          </a:custGeom>
          <a:noFill/>
          <a:ln w="4763"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1" name="Freeform 10">
            <a:extLst>
              <a:ext uri="{FF2B5EF4-FFF2-40B4-BE49-F238E27FC236}">
                <a16:creationId xmlns:a16="http://schemas.microsoft.com/office/drawing/2014/main" id="{43954639-FB5D-41F4-9560-6F6DFE7784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061" y="-59376"/>
            <a:ext cx="11091863" cy="6923796"/>
          </a:xfrm>
          <a:custGeom>
            <a:avLst/>
            <a:gdLst>
              <a:gd name="T0" fmla="*/ 2046 w 2330"/>
              <a:gd name="T1" fmla="*/ 1452 h 1452"/>
              <a:gd name="T2" fmla="*/ 1813 w 2330"/>
              <a:gd name="T3" fmla="*/ 601 h 1452"/>
              <a:gd name="T4" fmla="*/ 956 w 2330"/>
              <a:gd name="T5" fmla="*/ 97 h 1452"/>
              <a:gd name="T6" fmla="*/ 0 w 2330"/>
              <a:gd name="T7" fmla="*/ 366 h 1452"/>
            </a:gdLst>
            <a:ahLst/>
            <a:cxnLst>
              <a:cxn ang="0">
                <a:pos x="T0" y="T1"/>
              </a:cxn>
              <a:cxn ang="0">
                <a:pos x="T2" y="T3"/>
              </a:cxn>
              <a:cxn ang="0">
                <a:pos x="T4" y="T5"/>
              </a:cxn>
              <a:cxn ang="0">
                <a:pos x="T6" y="T7"/>
              </a:cxn>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3" name="Freeform 12">
            <a:extLst>
              <a:ext uri="{FF2B5EF4-FFF2-40B4-BE49-F238E27FC236}">
                <a16:creationId xmlns:a16="http://schemas.microsoft.com/office/drawing/2014/main" id="{E898931C-0323-41FA-A036-20F818B1FF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061" y="-1916"/>
            <a:ext cx="1057275" cy="614491"/>
          </a:xfrm>
          <a:custGeom>
            <a:avLst/>
            <a:gdLst>
              <a:gd name="T0" fmla="*/ 222 w 222"/>
              <a:gd name="T1" fmla="*/ 0 h 129"/>
              <a:gd name="T2" fmla="*/ 0 w 222"/>
              <a:gd name="T3" fmla="*/ 129 h 129"/>
            </a:gdLst>
            <a:ahLst/>
            <a:cxnLst>
              <a:cxn ang="0">
                <a:pos x="T0" y="T1"/>
              </a:cxn>
              <a:cxn ang="0">
                <a:pos x="T2" y="T3"/>
              </a:cxn>
            </a:cxnLst>
            <a:rect l="0" t="0" r="r" b="b"/>
            <a:pathLst>
              <a:path w="222" h="129">
                <a:moveTo>
                  <a:pt x="222" y="0"/>
                </a:moveTo>
                <a:cubicBezTo>
                  <a:pt x="152" y="35"/>
                  <a:pt x="76" y="78"/>
                  <a:pt x="0" y="12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5" name="Freeform 14">
            <a:extLst>
              <a:ext uri="{FF2B5EF4-FFF2-40B4-BE49-F238E27FC236}">
                <a16:creationId xmlns:a16="http://schemas.microsoft.com/office/drawing/2014/main" id="{89AFE9DD-0792-4B98-B4EB-97ACA17E6A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701" y="-6705"/>
            <a:ext cx="595313" cy="352734"/>
          </a:xfrm>
          <a:custGeom>
            <a:avLst/>
            <a:gdLst>
              <a:gd name="T0" fmla="*/ 125 w 125"/>
              <a:gd name="T1" fmla="*/ 0 h 74"/>
              <a:gd name="T2" fmla="*/ 0 w 125"/>
              <a:gd name="T3" fmla="*/ 74 h 74"/>
            </a:gdLst>
            <a:ahLst/>
            <a:cxnLst>
              <a:cxn ang="0">
                <a:pos x="T0" y="T1"/>
              </a:cxn>
              <a:cxn ang="0">
                <a:pos x="T2" y="T3"/>
              </a:cxn>
            </a:cxnLst>
            <a:rect l="0" t="0" r="r" b="b"/>
            <a:pathLst>
              <a:path w="125" h="74">
                <a:moveTo>
                  <a:pt x="125" y="0"/>
                </a:moveTo>
                <a:cubicBezTo>
                  <a:pt x="85" y="22"/>
                  <a:pt x="43" y="47"/>
                  <a:pt x="0" y="74"/>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7" name="Freeform 16">
            <a:extLst>
              <a:ext uri="{FF2B5EF4-FFF2-40B4-BE49-F238E27FC236}">
                <a16:creationId xmlns:a16="http://schemas.microsoft.com/office/drawing/2014/main" id="{3981F5C4-9AE1-404E-AF44-A4E6DB374F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061" y="-1916"/>
            <a:ext cx="357188" cy="213875"/>
          </a:xfrm>
          <a:custGeom>
            <a:avLst/>
            <a:gdLst>
              <a:gd name="T0" fmla="*/ 75 w 75"/>
              <a:gd name="T1" fmla="*/ 0 h 45"/>
              <a:gd name="T2" fmla="*/ 0 w 75"/>
              <a:gd name="T3" fmla="*/ 45 h 45"/>
            </a:gdLst>
            <a:ahLst/>
            <a:cxnLst>
              <a:cxn ang="0">
                <a:pos x="T0" y="T1"/>
              </a:cxn>
              <a:cxn ang="0">
                <a:pos x="T2" y="T3"/>
              </a:cxn>
            </a:cxnLst>
            <a:rect l="0" t="0" r="r" b="b"/>
            <a:pathLst>
              <a:path w="75" h="45">
                <a:moveTo>
                  <a:pt x="75" y="0"/>
                </a:moveTo>
                <a:cubicBezTo>
                  <a:pt x="50" y="14"/>
                  <a:pt x="25" y="29"/>
                  <a:pt x="0" y="45"/>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9" name="Freeform 11">
            <a:extLst>
              <a:ext uri="{FF2B5EF4-FFF2-40B4-BE49-F238E27FC236}">
                <a16:creationId xmlns:a16="http://schemas.microsoft.com/office/drawing/2014/main" id="{763C1781-8726-4FAC-8C45-FF40376BE4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426601" y="-1916"/>
            <a:ext cx="5788025" cy="6847184"/>
          </a:xfrm>
          <a:custGeom>
            <a:avLst/>
            <a:gdLst>
              <a:gd name="T0" fmla="*/ 1094 w 1216"/>
              <a:gd name="T1" fmla="*/ 1436 h 1436"/>
              <a:gd name="T2" fmla="*/ 709 w 1216"/>
              <a:gd name="T3" fmla="*/ 551 h 1436"/>
              <a:gd name="T4" fmla="*/ 0 w 1216"/>
              <a:gd name="T5" fmla="*/ 0 h 1436"/>
            </a:gdLst>
            <a:ahLst/>
            <a:cxnLst>
              <a:cxn ang="0">
                <a:pos x="T0" y="T1"/>
              </a:cxn>
              <a:cxn ang="0">
                <a:pos x="T2" y="T3"/>
              </a:cxn>
              <a:cxn ang="0">
                <a:pos x="T4" y="T5"/>
              </a:cxn>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1" name="Freeform 21">
            <a:extLst>
              <a:ext uri="{FF2B5EF4-FFF2-40B4-BE49-F238E27FC236}">
                <a16:creationId xmlns:a16="http://schemas.microsoft.com/office/drawing/2014/main" id="{301491B5-56C7-43DC-A3D9-861EECCA05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9235014" y="2872"/>
            <a:ext cx="2951163" cy="2555325"/>
          </a:xfrm>
          <a:custGeom>
            <a:avLst/>
            <a:gdLst>
              <a:gd name="T0" fmla="*/ 620 w 620"/>
              <a:gd name="T1" fmla="*/ 536 h 536"/>
              <a:gd name="T2" fmla="*/ 0 w 620"/>
              <a:gd name="T3" fmla="*/ 0 h 536"/>
            </a:gdLst>
            <a:ahLst/>
            <a:cxnLst>
              <a:cxn ang="0">
                <a:pos x="T0" y="T1"/>
              </a:cxn>
              <a:cxn ang="0">
                <a:pos x="T2" y="T3"/>
              </a:cxn>
            </a:cxnLst>
            <a:rect l="0" t="0" r="r" b="b"/>
            <a:pathLst>
              <a:path w="620" h="536">
                <a:moveTo>
                  <a:pt x="620" y="536"/>
                </a:moveTo>
                <a:cubicBezTo>
                  <a:pt x="404" y="314"/>
                  <a:pt x="196" y="13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 name="Title 1">
            <a:extLst>
              <a:ext uri="{FF2B5EF4-FFF2-40B4-BE49-F238E27FC236}">
                <a16:creationId xmlns:a16="http://schemas.microsoft.com/office/drawing/2014/main" id="{03EEEA26-C39A-1F48-8698-43411615ED13}"/>
              </a:ext>
            </a:extLst>
          </p:cNvPr>
          <p:cNvSpPr>
            <a:spLocks noGrp="1"/>
          </p:cNvSpPr>
          <p:nvPr>
            <p:ph type="title"/>
          </p:nvPr>
        </p:nvSpPr>
        <p:spPr>
          <a:xfrm>
            <a:off x="8842248" y="1481328"/>
            <a:ext cx="2926080" cy="2468880"/>
          </a:xfrm>
        </p:spPr>
        <p:txBody>
          <a:bodyPr vert="horz" lIns="91440" tIns="45720" rIns="91440" bIns="45720" rtlCol="0" anchor="b">
            <a:normAutofit/>
          </a:bodyPr>
          <a:lstStyle/>
          <a:p>
            <a:pPr algn="l" rtl="0"/>
            <a:r>
              <a:rPr lang="en-US" sz="4000"/>
              <a:t>אתגרים נוספים</a:t>
            </a:r>
          </a:p>
        </p:txBody>
      </p:sp>
      <p:sp>
        <p:nvSpPr>
          <p:cNvPr id="3" name="Content Placeholder 2">
            <a:extLst>
              <a:ext uri="{FF2B5EF4-FFF2-40B4-BE49-F238E27FC236}">
                <a16:creationId xmlns:a16="http://schemas.microsoft.com/office/drawing/2014/main" id="{ADCA9459-8DDA-4B48-A9DF-94DCEC5566DC}"/>
              </a:ext>
            </a:extLst>
          </p:cNvPr>
          <p:cNvSpPr>
            <a:spLocks noGrp="1"/>
          </p:cNvSpPr>
          <p:nvPr>
            <p:ph idx="1"/>
          </p:nvPr>
        </p:nvSpPr>
        <p:spPr>
          <a:xfrm>
            <a:off x="8842248" y="4078224"/>
            <a:ext cx="2926080" cy="1307592"/>
          </a:xfrm>
        </p:spPr>
        <p:txBody>
          <a:bodyPr vert="horz" lIns="91440" tIns="45720" rIns="91440" bIns="45720" rtlCol="0">
            <a:normAutofit/>
          </a:bodyPr>
          <a:lstStyle/>
          <a:p>
            <a:pPr marL="0" indent="0" algn="l" rtl="0">
              <a:buNone/>
            </a:pPr>
            <a:r>
              <a:rPr lang="en-US" sz="2000"/>
              <a:t>מהירות עצירה של הרחפן לא קבועה</a:t>
            </a:r>
          </a:p>
        </p:txBody>
      </p:sp>
      <p:sp>
        <p:nvSpPr>
          <p:cNvPr id="93" name="Freeform 22">
            <a:extLst>
              <a:ext uri="{FF2B5EF4-FFF2-40B4-BE49-F238E27FC236}">
                <a16:creationId xmlns:a16="http://schemas.microsoft.com/office/drawing/2014/main" id="{237E2353-22DF-46E0-A200-FB30F8F394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0020826" y="-1916"/>
            <a:ext cx="2165350" cy="1358265"/>
          </a:xfrm>
          <a:custGeom>
            <a:avLst/>
            <a:gdLst>
              <a:gd name="T0" fmla="*/ 0 w 455"/>
              <a:gd name="T1" fmla="*/ 0 h 285"/>
              <a:gd name="T2" fmla="*/ 455 w 455"/>
              <a:gd name="T3" fmla="*/ 285 h 285"/>
            </a:gdLst>
            <a:ahLst/>
            <a:cxnLst>
              <a:cxn ang="0">
                <a:pos x="T0" y="T1"/>
              </a:cxn>
              <a:cxn ang="0">
                <a:pos x="T2" y="T3"/>
              </a:cxn>
            </a:cxnLst>
            <a:rect l="0" t="0" r="r" b="b"/>
            <a:pathLst>
              <a:path w="455" h="285">
                <a:moveTo>
                  <a:pt x="0" y="0"/>
                </a:moveTo>
                <a:cubicBezTo>
                  <a:pt x="153" y="85"/>
                  <a:pt x="308" y="180"/>
                  <a:pt x="455" y="285"/>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5" name="Freeform 23">
            <a:extLst>
              <a:ext uri="{FF2B5EF4-FFF2-40B4-BE49-F238E27FC236}">
                <a16:creationId xmlns:a16="http://schemas.microsoft.com/office/drawing/2014/main" id="{DD6138DB-057B-45F7-A5F4-E7BFDA20D0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290826" y="-1916"/>
            <a:ext cx="895350" cy="534687"/>
          </a:xfrm>
          <a:custGeom>
            <a:avLst/>
            <a:gdLst>
              <a:gd name="T0" fmla="*/ 0 w 188"/>
              <a:gd name="T1" fmla="*/ 0 h 112"/>
              <a:gd name="T2" fmla="*/ 188 w 188"/>
              <a:gd name="T3" fmla="*/ 112 h 112"/>
            </a:gdLst>
            <a:ahLst/>
            <a:cxnLst>
              <a:cxn ang="0">
                <a:pos x="T0" y="T1"/>
              </a:cxn>
              <a:cxn ang="0">
                <a:pos x="T2" y="T3"/>
              </a:cxn>
            </a:cxnLst>
            <a:rect l="0" t="0" r="r" b="b"/>
            <a:pathLst>
              <a:path w="188" h="112">
                <a:moveTo>
                  <a:pt x="0" y="0"/>
                </a:moveTo>
                <a:cubicBezTo>
                  <a:pt x="63" y="36"/>
                  <a:pt x="126" y="73"/>
                  <a:pt x="188" y="112"/>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7" name="Freeform: Shape 96">
            <a:extLst>
              <a:ext uri="{FF2B5EF4-FFF2-40B4-BE49-F238E27FC236}">
                <a16:creationId xmlns:a16="http://schemas.microsoft.com/office/drawing/2014/main" id="{79A54AB1-B64F-4843-BFAB-81CB74E66B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931529">
            <a:off x="752078" y="2218040"/>
            <a:ext cx="4418757" cy="4259609"/>
          </a:xfrm>
          <a:custGeom>
            <a:avLst/>
            <a:gdLst>
              <a:gd name="connsiteX0" fmla="*/ 404107 w 4507111"/>
              <a:gd name="connsiteY0" fmla="*/ 0 h 4344781"/>
              <a:gd name="connsiteX1" fmla="*/ 371857 w 4507111"/>
              <a:gd name="connsiteY1" fmla="*/ 117359 h 4344781"/>
              <a:gd name="connsiteX2" fmla="*/ 307833 w 4507111"/>
              <a:gd name="connsiteY2" fmla="*/ 632970 h 4344781"/>
              <a:gd name="connsiteX3" fmla="*/ 3569418 w 4507111"/>
              <a:gd name="connsiteY3" fmla="*/ 4141149 h 4344781"/>
              <a:gd name="connsiteX4" fmla="*/ 4440861 w 4507111"/>
              <a:gd name="connsiteY4" fmla="*/ 4332480 h 4344781"/>
              <a:gd name="connsiteX5" fmla="*/ 4507111 w 4507111"/>
              <a:gd name="connsiteY5" fmla="*/ 4341752 h 4344781"/>
              <a:gd name="connsiteX6" fmla="*/ 4296045 w 4507111"/>
              <a:gd name="connsiteY6" fmla="*/ 4344781 h 4344781"/>
              <a:gd name="connsiteX7" fmla="*/ 3749565 w 4507111"/>
              <a:gd name="connsiteY7" fmla="*/ 4321853 h 4344781"/>
              <a:gd name="connsiteX8" fmla="*/ 36764 w 4507111"/>
              <a:gd name="connsiteY8" fmla="*/ 1629794 h 4344781"/>
              <a:gd name="connsiteX9" fmla="*/ 300069 w 4507111"/>
              <a:gd name="connsiteY9" fmla="*/ 144750 h 4344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507111" h="4344781">
                <a:moveTo>
                  <a:pt x="404107" y="0"/>
                </a:moveTo>
                <a:lnTo>
                  <a:pt x="371857" y="117359"/>
                </a:lnTo>
                <a:cubicBezTo>
                  <a:pt x="333827" y="278567"/>
                  <a:pt x="311875" y="450459"/>
                  <a:pt x="307833" y="632970"/>
                </a:cubicBezTo>
                <a:cubicBezTo>
                  <a:pt x="264711" y="2579752"/>
                  <a:pt x="2253987" y="3769243"/>
                  <a:pt x="3569418" y="4141149"/>
                </a:cubicBezTo>
                <a:cubicBezTo>
                  <a:pt x="3816061" y="4210881"/>
                  <a:pt x="4114807" y="4279754"/>
                  <a:pt x="4440861" y="4332480"/>
                </a:cubicBezTo>
                <a:lnTo>
                  <a:pt x="4507111" y="4341752"/>
                </a:lnTo>
                <a:lnTo>
                  <a:pt x="4296045" y="4344781"/>
                </a:lnTo>
                <a:cubicBezTo>
                  <a:pt x="4097363" y="4343711"/>
                  <a:pt x="3912623" y="4335104"/>
                  <a:pt x="3749565" y="4321853"/>
                </a:cubicBezTo>
                <a:cubicBezTo>
                  <a:pt x="2445102" y="4215850"/>
                  <a:pt x="356405" y="3466499"/>
                  <a:pt x="36764" y="1629794"/>
                </a:cubicBezTo>
                <a:cubicBezTo>
                  <a:pt x="-63123" y="1055823"/>
                  <a:pt x="45741" y="555869"/>
                  <a:pt x="300069" y="144750"/>
                </a:cubicBezTo>
                <a:close/>
              </a:path>
            </a:pathLst>
          </a:cu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Rockwell" panose="02060603020205020403"/>
              <a:ea typeface="+mn-ea"/>
              <a:cs typeface="+mn-cs"/>
            </a:endParaRPr>
          </a:p>
        </p:txBody>
      </p:sp>
      <p:pic>
        <p:nvPicPr>
          <p:cNvPr id="2050" name="Picture 2" descr="To Approach Change Differently, Change Your Approach | InnovationManagement">
            <a:extLst>
              <a:ext uri="{FF2B5EF4-FFF2-40B4-BE49-F238E27FC236}">
                <a16:creationId xmlns:a16="http://schemas.microsoft.com/office/drawing/2014/main" id="{7F71250E-2A4D-DE45-8D47-30A709640C81}"/>
              </a:ext>
            </a:extLst>
          </p:cNvPr>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r="-1"/>
          <a:stretch/>
        </p:blipFill>
        <p:spPr bwMode="auto">
          <a:xfrm>
            <a:off x="921910" y="465243"/>
            <a:ext cx="7761924" cy="5343065"/>
          </a:xfrm>
          <a:custGeom>
            <a:avLst/>
            <a:gdLst/>
            <a:ahLst/>
            <a:cxnLst/>
            <a:rect l="l" t="t" r="r" b="b"/>
            <a:pathLst>
              <a:path w="7761924" h="5343065">
                <a:moveTo>
                  <a:pt x="3025687" y="76"/>
                </a:moveTo>
                <a:cubicBezTo>
                  <a:pt x="3140786" y="756"/>
                  <a:pt x="3256631" y="6055"/>
                  <a:pt x="3372722" y="16088"/>
                </a:cubicBezTo>
                <a:cubicBezTo>
                  <a:pt x="5230178" y="176616"/>
                  <a:pt x="7761924" y="1424594"/>
                  <a:pt x="7761924" y="3316816"/>
                </a:cubicBezTo>
                <a:cubicBezTo>
                  <a:pt x="7646022" y="5237647"/>
                  <a:pt x="4988715" y="5423921"/>
                  <a:pt x="3701109" y="5320611"/>
                </a:cubicBezTo>
                <a:cubicBezTo>
                  <a:pt x="2413504" y="5217301"/>
                  <a:pt x="351800" y="4486992"/>
                  <a:pt x="36290" y="2696959"/>
                </a:cubicBezTo>
                <a:cubicBezTo>
                  <a:pt x="-259500" y="1018804"/>
                  <a:pt x="1299198" y="-10133"/>
                  <a:pt x="3025687" y="76"/>
                </a:cubicBez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6382332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 name="Rectangle 70">
            <a:extLst>
              <a:ext uri="{FF2B5EF4-FFF2-40B4-BE49-F238E27FC236}">
                <a16:creationId xmlns:a16="http://schemas.microsoft.com/office/drawing/2014/main" id="{F0AED851-54B9-4765-92D2-F0BE443BEC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3EEEA26-C39A-1F48-8698-43411615ED13}"/>
              </a:ext>
            </a:extLst>
          </p:cNvPr>
          <p:cNvSpPr>
            <a:spLocks noGrp="1"/>
          </p:cNvSpPr>
          <p:nvPr>
            <p:ph type="title"/>
          </p:nvPr>
        </p:nvSpPr>
        <p:spPr>
          <a:xfrm>
            <a:off x="7041856" y="2944090"/>
            <a:ext cx="4036334" cy="2387600"/>
          </a:xfrm>
        </p:spPr>
        <p:txBody>
          <a:bodyPr vert="horz" lIns="91440" tIns="45720" rIns="91440" bIns="45720" rtlCol="0" anchor="t">
            <a:normAutofit/>
          </a:bodyPr>
          <a:lstStyle/>
          <a:p>
            <a:pPr algn="l" rtl="0"/>
            <a:r>
              <a:rPr lang="en-US" sz="5400" kern="1200" dirty="0" err="1">
                <a:solidFill>
                  <a:schemeClr val="tx1"/>
                </a:solidFill>
                <a:latin typeface="+mj-lt"/>
                <a:ea typeface="+mj-ea"/>
                <a:cs typeface="+mj-cs"/>
              </a:rPr>
              <a:t>אתגרים</a:t>
            </a:r>
            <a:r>
              <a:rPr lang="en-US" sz="5400" kern="1200" dirty="0">
                <a:solidFill>
                  <a:schemeClr val="tx1"/>
                </a:solidFill>
                <a:latin typeface="+mj-lt"/>
                <a:ea typeface="+mj-ea"/>
                <a:cs typeface="+mj-cs"/>
              </a:rPr>
              <a:t> </a:t>
            </a:r>
            <a:r>
              <a:rPr lang="en-US" sz="5400" kern="1200" dirty="0" err="1">
                <a:solidFill>
                  <a:schemeClr val="tx1"/>
                </a:solidFill>
                <a:latin typeface="+mj-lt"/>
                <a:ea typeface="+mj-ea"/>
                <a:cs typeface="+mj-cs"/>
              </a:rPr>
              <a:t>נוספים</a:t>
            </a:r>
            <a:endParaRPr lang="en-US" sz="5400" kern="1200" dirty="0">
              <a:solidFill>
                <a:schemeClr val="tx1"/>
              </a:solidFill>
              <a:latin typeface="+mj-lt"/>
              <a:ea typeface="+mj-ea"/>
              <a:cs typeface="+mj-cs"/>
            </a:endParaRPr>
          </a:p>
        </p:txBody>
      </p:sp>
      <p:sp>
        <p:nvSpPr>
          <p:cNvPr id="3" name="Content Placeholder 2">
            <a:extLst>
              <a:ext uri="{FF2B5EF4-FFF2-40B4-BE49-F238E27FC236}">
                <a16:creationId xmlns:a16="http://schemas.microsoft.com/office/drawing/2014/main" id="{ADCA9459-8DDA-4B48-A9DF-94DCEC5566DC}"/>
              </a:ext>
            </a:extLst>
          </p:cNvPr>
          <p:cNvSpPr>
            <a:spLocks noGrp="1"/>
          </p:cNvSpPr>
          <p:nvPr>
            <p:ph idx="1"/>
          </p:nvPr>
        </p:nvSpPr>
        <p:spPr>
          <a:xfrm>
            <a:off x="7041858" y="953037"/>
            <a:ext cx="4036333" cy="1709849"/>
          </a:xfrm>
        </p:spPr>
        <p:txBody>
          <a:bodyPr vert="horz" lIns="91440" tIns="45720" rIns="91440" bIns="45720" rtlCol="0" anchor="b">
            <a:normAutofit/>
          </a:bodyPr>
          <a:lstStyle/>
          <a:p>
            <a:pPr marL="0" indent="0">
              <a:buNone/>
            </a:pPr>
            <a:r>
              <a:rPr lang="en-US" sz="2000" kern="1200" dirty="0" err="1">
                <a:solidFill>
                  <a:schemeClr val="tx1"/>
                </a:solidFill>
                <a:latin typeface="+mn-lt"/>
                <a:ea typeface="+mn-ea"/>
                <a:cs typeface="+mn-cs"/>
              </a:rPr>
              <a:t>אי</a:t>
            </a:r>
            <a:r>
              <a:rPr lang="en-US" sz="2000" kern="1200" dirty="0">
                <a:solidFill>
                  <a:schemeClr val="tx1"/>
                </a:solidFill>
                <a:latin typeface="+mn-lt"/>
                <a:ea typeface="+mn-ea"/>
                <a:cs typeface="+mn-cs"/>
              </a:rPr>
              <a:t> </a:t>
            </a:r>
            <a:r>
              <a:rPr lang="en-US" sz="2000" kern="1200" dirty="0" err="1">
                <a:solidFill>
                  <a:schemeClr val="tx1"/>
                </a:solidFill>
                <a:latin typeface="+mn-lt"/>
                <a:ea typeface="+mn-ea"/>
                <a:cs typeface="+mn-cs"/>
              </a:rPr>
              <a:t>דיוק</a:t>
            </a:r>
            <a:r>
              <a:rPr lang="en-US" sz="2000" kern="1200" dirty="0">
                <a:solidFill>
                  <a:schemeClr val="tx1"/>
                </a:solidFill>
                <a:latin typeface="+mn-lt"/>
                <a:ea typeface="+mn-ea"/>
                <a:cs typeface="+mn-cs"/>
              </a:rPr>
              <a:t> </a:t>
            </a:r>
            <a:r>
              <a:rPr lang="en-US" sz="2000" kern="1200" dirty="0" err="1">
                <a:solidFill>
                  <a:schemeClr val="tx1"/>
                </a:solidFill>
                <a:latin typeface="+mn-lt"/>
                <a:ea typeface="+mn-ea"/>
                <a:cs typeface="+mn-cs"/>
              </a:rPr>
              <a:t>בתנועת</a:t>
            </a:r>
            <a:r>
              <a:rPr lang="en-US" sz="2000" kern="1200" dirty="0">
                <a:solidFill>
                  <a:schemeClr val="tx1"/>
                </a:solidFill>
                <a:latin typeface="+mn-lt"/>
                <a:ea typeface="+mn-ea"/>
                <a:cs typeface="+mn-cs"/>
              </a:rPr>
              <a:t> </a:t>
            </a:r>
            <a:r>
              <a:rPr lang="en-US" sz="2000" kern="1200" dirty="0" err="1">
                <a:solidFill>
                  <a:schemeClr val="tx1"/>
                </a:solidFill>
                <a:latin typeface="+mn-lt"/>
                <a:ea typeface="+mn-ea"/>
                <a:cs typeface="+mn-cs"/>
              </a:rPr>
              <a:t>הרחפן</a:t>
            </a:r>
            <a:r>
              <a:rPr lang="en-US" sz="2000" kern="1200" dirty="0">
                <a:solidFill>
                  <a:schemeClr val="tx1"/>
                </a:solidFill>
                <a:latin typeface="+mn-lt"/>
                <a:ea typeface="+mn-ea"/>
                <a:cs typeface="+mn-cs"/>
              </a:rPr>
              <a:t> </a:t>
            </a:r>
            <a:r>
              <a:rPr lang="en-US" sz="2000" kern="1200" dirty="0" err="1">
                <a:solidFill>
                  <a:schemeClr val="tx1"/>
                </a:solidFill>
                <a:latin typeface="+mn-lt"/>
                <a:ea typeface="+mn-ea"/>
                <a:cs typeface="+mn-cs"/>
              </a:rPr>
              <a:t>והרבה</a:t>
            </a:r>
            <a:r>
              <a:rPr lang="en-US" sz="2000" kern="1200" dirty="0">
                <a:solidFill>
                  <a:schemeClr val="tx1"/>
                </a:solidFill>
                <a:latin typeface="+mn-lt"/>
                <a:ea typeface="+mn-ea"/>
                <a:cs typeface="+mn-cs"/>
              </a:rPr>
              <a:t> </a:t>
            </a:r>
            <a:r>
              <a:rPr lang="en-US" sz="2000" kern="1200" dirty="0" err="1">
                <a:solidFill>
                  <a:schemeClr val="tx1"/>
                </a:solidFill>
                <a:latin typeface="+mn-lt"/>
                <a:ea typeface="+mn-ea"/>
                <a:cs typeface="+mn-cs"/>
              </a:rPr>
              <a:t>סטיות</a:t>
            </a:r>
            <a:r>
              <a:rPr lang="en-US" sz="2000" kern="1200" dirty="0">
                <a:solidFill>
                  <a:schemeClr val="tx1"/>
                </a:solidFill>
                <a:latin typeface="+mn-lt"/>
                <a:ea typeface="+mn-ea"/>
                <a:cs typeface="+mn-cs"/>
              </a:rPr>
              <a:t> (</a:t>
            </a:r>
            <a:r>
              <a:rPr lang="en-US" sz="2000" kern="1200" dirty="0" err="1">
                <a:solidFill>
                  <a:schemeClr val="tx1"/>
                </a:solidFill>
                <a:latin typeface="+mn-lt"/>
                <a:ea typeface="+mn-ea"/>
                <a:cs typeface="+mn-cs"/>
              </a:rPr>
              <a:t>כמו</a:t>
            </a:r>
            <a:r>
              <a:rPr lang="en-US" sz="2000" kern="1200" dirty="0">
                <a:solidFill>
                  <a:schemeClr val="tx1"/>
                </a:solidFill>
                <a:latin typeface="+mn-lt"/>
                <a:ea typeface="+mn-ea"/>
                <a:cs typeface="+mn-cs"/>
              </a:rPr>
              <a:t> </a:t>
            </a:r>
            <a:r>
              <a:rPr lang="en-US" sz="2000" kern="1200" dirty="0" err="1">
                <a:solidFill>
                  <a:schemeClr val="tx1"/>
                </a:solidFill>
                <a:latin typeface="+mn-lt"/>
                <a:ea typeface="+mn-ea"/>
                <a:cs typeface="+mn-cs"/>
              </a:rPr>
              <a:t>בסרטון</a:t>
            </a:r>
            <a:r>
              <a:rPr lang="en-US" sz="2000" kern="1200" dirty="0">
                <a:solidFill>
                  <a:schemeClr val="tx1"/>
                </a:solidFill>
                <a:latin typeface="+mn-lt"/>
                <a:ea typeface="+mn-ea"/>
                <a:cs typeface="+mn-cs"/>
              </a:rPr>
              <a:t> </a:t>
            </a:r>
            <a:r>
              <a:rPr lang="en-US" sz="2000" kern="1200" dirty="0" err="1">
                <a:solidFill>
                  <a:schemeClr val="tx1"/>
                </a:solidFill>
                <a:latin typeface="+mn-lt"/>
                <a:ea typeface="+mn-ea"/>
                <a:cs typeface="+mn-cs"/>
              </a:rPr>
              <a:t>פספוסים</a:t>
            </a:r>
            <a:r>
              <a:rPr lang="en-US" sz="2000" kern="1200" dirty="0">
                <a:solidFill>
                  <a:schemeClr val="tx1"/>
                </a:solidFill>
                <a:latin typeface="+mn-lt"/>
                <a:ea typeface="+mn-ea"/>
                <a:cs typeface="+mn-cs"/>
              </a:rPr>
              <a:t>)</a:t>
            </a:r>
          </a:p>
        </p:txBody>
      </p:sp>
      <p:sp>
        <p:nvSpPr>
          <p:cNvPr id="73" name="Rectangle 72">
            <a:extLst>
              <a:ext uri="{FF2B5EF4-FFF2-40B4-BE49-F238E27FC236}">
                <a16:creationId xmlns:a16="http://schemas.microsoft.com/office/drawing/2014/main" id="{B81933D1-5615-42C7-9C0B-4EB7105CCE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Rectangle 74">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6824" y="391886"/>
            <a:ext cx="6009366" cy="6017078"/>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74" name="Picture 2" descr="Inaccurate Icons - Download Free Vector Icons | Noun Project">
            <a:extLst>
              <a:ext uri="{FF2B5EF4-FFF2-40B4-BE49-F238E27FC236}">
                <a16:creationId xmlns:a16="http://schemas.microsoft.com/office/drawing/2014/main" id="{EF9A7EC4-02E5-6140-BC52-AE1236919617}"/>
              </a:ext>
            </a:extLst>
          </p:cNvPr>
          <p:cNvPicPr>
            <a:picLocks noChangeAspect="1" noChangeArrowheads="1"/>
          </p:cNvPicPr>
          <p:nvPr/>
        </p:nvPicPr>
        <p:blipFill>
          <a:blip r:embed="rId2">
            <a:extLst>
              <a:ext uri="{28A0092B-C50C-407E-A947-70E740481C1C}">
                <a14:useLocalDpi xmlns:a14="http://schemas.microsoft.com/office/drawing/2010/main"/>
              </a:ext>
            </a:extLst>
          </a:blip>
          <a:stretch>
            <a:fillRect/>
          </a:stretch>
        </p:blipFill>
        <p:spPr bwMode="auto">
          <a:xfrm>
            <a:off x="768612" y="666728"/>
            <a:ext cx="5465791" cy="5465791"/>
          </a:xfrm>
          <a:prstGeom prst="rect">
            <a:avLst/>
          </a:prstGeom>
          <a:noFill/>
          <a:extLst>
            <a:ext uri="{909E8E84-426E-40DD-AFC4-6F175D3DCCD1}">
              <a14:hiddenFill xmlns:a14="http://schemas.microsoft.com/office/drawing/2010/main">
                <a:solidFill>
                  <a:srgbClr val="FFFFFF"/>
                </a:solidFill>
              </a14:hiddenFill>
            </a:ext>
          </a:extLst>
        </p:spPr>
      </p:pic>
      <p:grpSp>
        <p:nvGrpSpPr>
          <p:cNvPr id="77" name="Group 76">
            <a:extLst>
              <a:ext uri="{FF2B5EF4-FFF2-40B4-BE49-F238E27FC236}">
                <a16:creationId xmlns:a16="http://schemas.microsoft.com/office/drawing/2014/main" id="{032D8612-31EB-44CF-A1D0-14FD4C7054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460480" y="2984992"/>
            <a:ext cx="731521" cy="673460"/>
            <a:chOff x="3940602" y="308034"/>
            <a:chExt cx="2116791" cy="3428999"/>
          </a:xfrm>
          <a:solidFill>
            <a:schemeClr val="accent4"/>
          </a:solidFill>
        </p:grpSpPr>
        <p:sp>
          <p:nvSpPr>
            <p:cNvPr id="78" name="Rectangle 77">
              <a:extLst>
                <a:ext uri="{FF2B5EF4-FFF2-40B4-BE49-F238E27FC236}">
                  <a16:creationId xmlns:a16="http://schemas.microsoft.com/office/drawing/2014/main" id="{F19A4A0F-1B59-4DB0-9764-D10936E987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78">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Rectangle 79">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73869072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מציין מיקום תוכן 2">
            <a:extLst>
              <a:ext uri="{FF2B5EF4-FFF2-40B4-BE49-F238E27FC236}">
                <a16:creationId xmlns:a16="http://schemas.microsoft.com/office/drawing/2014/main" id="{376C098C-F121-954D-BE1D-BA5966B3C9BE}"/>
              </a:ext>
            </a:extLst>
          </p:cNvPr>
          <p:cNvSpPr>
            <a:spLocks noGrp="1"/>
          </p:cNvSpPr>
          <p:nvPr>
            <p:ph idx="1"/>
          </p:nvPr>
        </p:nvSpPr>
        <p:spPr/>
        <p:txBody>
          <a:bodyPr/>
          <a:lstStyle/>
          <a:p>
            <a:endParaRPr lang="en-US" dirty="0"/>
          </a:p>
          <a:p>
            <a:endParaRPr lang="en-US" dirty="0"/>
          </a:p>
          <a:p>
            <a:endParaRPr lang="en-US" dirty="0"/>
          </a:p>
          <a:p>
            <a:endParaRPr lang="en-US" dirty="0"/>
          </a:p>
          <a:p>
            <a:endParaRPr lang="en-US" dirty="0"/>
          </a:p>
          <a:p>
            <a:pPr marL="0" indent="0">
              <a:buNone/>
            </a:pPr>
            <a:r>
              <a:rPr lang="he-IL" dirty="0"/>
              <a:t>ועכשיו להדגמה חווייתית</a:t>
            </a:r>
          </a:p>
        </p:txBody>
      </p:sp>
      <p:pic>
        <p:nvPicPr>
          <p:cNvPr id="13314" name="Picture 2" descr="DJI Tello Drone with 5MP HD Camera 720P Wi-Fi FPV 8D Flips Bounce Mode  Quadcopter Stem Coding Newest Professional Camera Drone, White: Amazon.in:  Toys &amp; Games">
            <a:extLst>
              <a:ext uri="{FF2B5EF4-FFF2-40B4-BE49-F238E27FC236}">
                <a16:creationId xmlns:a16="http://schemas.microsoft.com/office/drawing/2014/main" id="{ED432B8C-5712-A24A-97F1-983E9842D726}"/>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112888" y="2984055"/>
            <a:ext cx="6324600" cy="3721100"/>
          </a:xfrm>
          <a:prstGeom prst="rect">
            <a:avLst/>
          </a:prstGeom>
          <a:noFill/>
          <a:extLst>
            <a:ext uri="{909E8E84-426E-40DD-AFC4-6F175D3DCCD1}">
              <a14:hiddenFill xmlns:a14="http://schemas.microsoft.com/office/drawing/2010/main">
                <a:solidFill>
                  <a:srgbClr val="FFFFFF"/>
                </a:solidFill>
              </a14:hiddenFill>
            </a:ext>
          </a:extLst>
        </p:spPr>
      </p:pic>
      <p:pic>
        <p:nvPicPr>
          <p:cNvPr id="13316" name="Picture 4" descr="Thank you for listening' card by LyraEri on DeviantArt">
            <a:extLst>
              <a:ext uri="{FF2B5EF4-FFF2-40B4-BE49-F238E27FC236}">
                <a16:creationId xmlns:a16="http://schemas.microsoft.com/office/drawing/2014/main" id="{32CF4172-BF9A-ED4A-BBAE-CCB23F05CAE7}"/>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6457246" y="127748"/>
            <a:ext cx="5621866" cy="4216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87478252"/>
      </p:ext>
    </p:extLst>
  </p:cSld>
  <p:clrMapOvr>
    <a:masterClrMapping/>
  </p:clrMapOvr>
</p:sld>
</file>

<file path=ppt/theme/theme1.xml><?xml version="1.0" encoding="utf-8"?>
<a:theme xmlns:a="http://schemas.openxmlformats.org/drawingml/2006/main" name="ערכת נושא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ערכת נושא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574</TotalTime>
  <Words>1013</Words>
  <Application>Microsoft Macintosh PowerPoint</Application>
  <PresentationFormat>Widescreen</PresentationFormat>
  <Paragraphs>169</Paragraphs>
  <Slides>38</Slides>
  <Notes>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38</vt:i4>
      </vt:variant>
    </vt:vector>
  </HeadingPairs>
  <TitlesOfParts>
    <vt:vector size="44" baseType="lpstr">
      <vt:lpstr>Arial</vt:lpstr>
      <vt:lpstr>Calibri</vt:lpstr>
      <vt:lpstr>Calibri Light</vt:lpstr>
      <vt:lpstr>Rockwell</vt:lpstr>
      <vt:lpstr>Wingdings</vt:lpstr>
      <vt:lpstr>ערכת נושא Office</vt:lpstr>
      <vt:lpstr>סדנא בתכנון תנועה לרובוטים</vt:lpstr>
      <vt:lpstr>חברי הצוות </vt:lpstr>
      <vt:lpstr>מנחי הפרויקט</vt:lpstr>
      <vt:lpstr>חלק ראשון – הקדמה ומבוא לסביבת העבודה </vt:lpstr>
      <vt:lpstr>רובוט </vt:lpstr>
      <vt:lpstr>תכנון התנועה של רובוטים הינו מאתגר ביותר  </vt:lpstr>
      <vt:lpstr>PowerPoint Presentation</vt:lpstr>
      <vt:lpstr>PowerPoint Presentation</vt:lpstr>
      <vt:lpstr>PowerPoint Presentation</vt:lpstr>
      <vt:lpstr>PowerPoint Presentation</vt:lpstr>
      <vt:lpstr>יתרונות של עבודה עם ROS</vt:lpstr>
      <vt:lpstr>עוד יתרונות של ROS</vt:lpstr>
      <vt:lpstr>APRIL TAG</vt:lpstr>
      <vt:lpstr>April Tag</vt:lpstr>
      <vt:lpstr>חלק שני – תיאור שלבי הפרויקט והאתגרים שהיו במהלכו </vt:lpstr>
      <vt:lpstr>מטרת הפרויקט </vt:lpstr>
      <vt:lpstr>למה בחרנו דווקא בפרויקט זה </vt:lpstr>
      <vt:lpstr>תיאור מהלך העבודה </vt:lpstr>
      <vt:lpstr>אתגר מרכזי – עבודה עם סביבה לא מוכרת </vt:lpstr>
      <vt:lpstr>שלב ראשון – סרטוני אלברטו </vt:lpstr>
      <vt:lpstr>שלב שני – התנסות מעשית עם כלים מורכבים בסביבה</vt:lpstr>
      <vt:lpstr>שלב שלישי – התנסות מעשית עם הרחפן והתממשקות אליו </vt:lpstr>
      <vt:lpstr>תחילה, לא נחלנו הצלחה והרחפן לא הגיב לפקודותינו</vt:lpstr>
      <vt:lpstr>נדרשנו לשנות את הספריות בהן עשינו שימוש ו...</vt:lpstr>
      <vt:lpstr>לבסוף הצלחנו להניע את הרחפן ולהתממשק מולו</vt:lpstr>
      <vt:lpstr>שלב רביעי – דיון קבוצתי בהיבטים האלגוריתמיים</vt:lpstr>
      <vt:lpstr>שלב חמישי – הנעת הרחפן לעבר התגים</vt:lpstr>
      <vt:lpstr>שלב שביעי – תכנון התנועה בחדר </vt:lpstr>
      <vt:lpstr>שלב שמיני – הוספת ממשק משתמש גרפי </vt:lpstr>
      <vt:lpstr>PowerPoint Presentation</vt:lpstr>
      <vt:lpstr>PowerPoint Presentation</vt:lpstr>
      <vt:lpstr>הבעיה בה נתקלנו</vt:lpstr>
      <vt:lpstr>ניסיון ראשון  לפתור את הבעיה </vt:lpstr>
      <vt:lpstr>נסיון שני לפתור את הבעיה </vt:lpstr>
      <vt:lpstr>אתגרים נוספים</vt:lpstr>
      <vt:lpstr>אתגרים נוספים</vt:lpstr>
      <vt:lpstr>אתגרים נוספים</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סדנא בתכנון תנועה לרובוטים</dc:title>
  <dc:subject/>
  <dc:creator>יצחק הראל‬‎</dc:creator>
  <cp:keywords/>
  <dc:description/>
  <cp:lastModifiedBy>Kobie Hazon</cp:lastModifiedBy>
  <cp:revision>12</cp:revision>
  <dcterms:created xsi:type="dcterms:W3CDTF">2020-09-16T10:25:55Z</dcterms:created>
  <dcterms:modified xsi:type="dcterms:W3CDTF">2020-09-28T21:04:29Z</dcterms:modified>
  <cp:category/>
</cp:coreProperties>
</file>